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1" userDrawn="1">
          <p15:clr>
            <a:srgbClr val="A4A3A4"/>
          </p15:clr>
        </p15:guide>
        <p15:guide id="2" pos="95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06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/>
    <p:restoredTop sz="94645"/>
  </p:normalViewPr>
  <p:slideViewPr>
    <p:cSldViewPr snapToGrid="0" showGuides="1">
      <p:cViewPr>
        <p:scale>
          <a:sx n="24" d="100"/>
          <a:sy n="24" d="100"/>
        </p:scale>
        <p:origin x="1720" y="-848"/>
      </p:cViewPr>
      <p:guideLst>
        <p:guide orient="horz" pos="13481"/>
        <p:guide pos="95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A0 portrait, 841 × 1189 mm. Two-column content layout and example section hierarchy adapted from the supplied ISMAR poster template. Replace title, author, affiliation, ID, content, references, category and contact placeholders. Use Arial. Title 90 pt; author names and body text 60 pt; affiliation 40.5 pt. ICXR vector logo and integrated flat-style panoramic header are inherited from the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cxr-logo-7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84DB428-6A25-4440-8E4A-FD5B352CF0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7600" y="16170400"/>
            <a:ext cx="24220800" cy="6182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buNone/>
            </a:pPr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932683F-0196-4397-942C-048EAF5FDEE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41400" y="23542200"/>
            <a:ext cx="21193200" cy="4756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8AE2E75-1366-4CD1-BB42-AD98893CD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7600" y="17835000"/>
            <a:ext cx="24220800" cy="71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4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2F6E7EA-3A64-42DC-BF78-BE98B9969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025" y="3329200"/>
            <a:ext cx="26869950" cy="5231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buNone/>
            </a:pPr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6C6D7F8-7CDD-4226-BF57-7841FF2D2DD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03025" y="11890000"/>
            <a:ext cx="26869950" cy="26633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6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1pPr>
            <a:lvl2pPr marL="13245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2pPr>
            <a:lvl3pPr marL="20814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3pPr>
            <a:lvl4pPr marL="28383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4pPr>
            <a:lvl5pPr marL="35952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5pPr>
            <a:lvl6pPr marL="43521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6pPr>
            <a:lvl7pPr marL="51090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7pPr>
            <a:lvl8pPr marL="58659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8pPr>
            <a:lvl9pPr marL="66228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9pPr>
          </a:lstStyle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9D99E9E-448C-43EE-853A-3A0408228A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025" y="3329200"/>
            <a:ext cx="26869950" cy="5231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buNone/>
            </a:pPr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FF9C17E-1C45-4B92-81C3-A27E35C064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03025" y="11890000"/>
            <a:ext cx="12488850" cy="26633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6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1pPr>
            <a:lvl2pPr marL="13245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2pPr>
            <a:lvl3pPr marL="20814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3pPr>
            <a:lvl4pPr marL="28383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4pPr>
            <a:lvl5pPr marL="35952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5pPr>
            <a:lvl6pPr marL="43521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6pPr>
            <a:lvl7pPr marL="51090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7pPr>
            <a:lvl8pPr marL="58659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8pPr>
            <a:lvl9pPr marL="66228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9pPr>
          </a:lstStyle>
          <a:p>
            <a:pPr>
              <a:buNone/>
            </a:pPr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D2A80FCF-9A99-4074-B684-9BBD60A9A5C1}"/>
              </a:ext>
            </a:extLst>
          </p:cNvPr>
          <p:cNvSpPr>
            <a:spLocks noGrp="1"/>
          </p:cNvSpPr>
          <p:nvPr>
            <p:ph type="body" idx="2" hasCustomPrompt="1"/>
          </p:nvPr>
        </p:nvSpPr>
        <p:spPr>
          <a:xfrm>
            <a:off x="16084125" y="11890000"/>
            <a:ext cx="12488850" cy="26633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6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1pPr>
            <a:lvl2pPr marL="13245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2pPr>
            <a:lvl3pPr marL="20814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3pPr>
            <a:lvl4pPr marL="28383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4pPr>
            <a:lvl5pPr marL="35952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5pPr>
            <a:lvl6pPr marL="43521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6pPr>
            <a:lvl7pPr marL="51090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7pPr>
            <a:lvl8pPr marL="58659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8pPr>
            <a:lvl9pPr marL="66228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9pPr>
          </a:lstStyle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24BE0F5-16C3-4787-81FC-64E5954CDA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025" y="3329200"/>
            <a:ext cx="26869950" cy="5231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buNone/>
            </a:pPr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F5E5DC2-F182-4487-BEED-3F681866B5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03025" y="11890000"/>
            <a:ext cx="12488850" cy="26633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6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1pPr>
            <a:lvl2pPr marL="13245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2pPr>
            <a:lvl3pPr marL="20814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3pPr>
            <a:lvl4pPr marL="28383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4pPr>
            <a:lvl5pPr marL="35952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5pPr>
            <a:lvl6pPr marL="43521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6pPr>
            <a:lvl7pPr marL="51090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7pPr>
            <a:lvl8pPr marL="58659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8pPr>
            <a:lvl9pPr marL="66228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9pPr>
          </a:lstStyle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XR A0 · Two-column po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EF0F684B-5D4B-43BA-A6D2-7BAEAB890D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" b="65"/>
          <a:stretch>
            <a:fillRect/>
          </a:stretch>
        </p:blipFill>
        <p:spPr>
          <a:xfrm>
            <a:off x="0" y="0"/>
            <a:ext cx="30276000" cy="5429250"/>
          </a:xfrm>
          <a:prstGeom prst="rect">
            <a:avLst/>
          </a:prstGeom>
        </p:spPr>
      </p:pic>
      <p:sp>
        <p:nvSpPr>
          <p:cNvPr id="4" name="ICXR footer band">
            <a:extLst>
              <a:ext uri="{FF2B5EF4-FFF2-40B4-BE49-F238E27FC236}">
                <a16:creationId xmlns:a16="http://schemas.microsoft.com/office/drawing/2014/main" id="{4608D8F0-73DA-4E3E-B0FE-3DE511EC3CD0}"/>
              </a:ext>
            </a:extLst>
          </p:cNvPr>
          <p:cNvSpPr>
            <a:spLocks noGrp="1"/>
          </p:cNvSpPr>
          <p:nvPr/>
        </p:nvSpPr>
        <p:spPr>
          <a:xfrm>
            <a:off x="0" y="40803750"/>
            <a:ext cx="30276000" cy="2000250"/>
          </a:xfrm>
          <a:prstGeom prst="rect">
            <a:avLst/>
          </a:prstGeom>
          <a:gradFill rotWithShape="1">
            <a:gsLst>
              <a:gs pos="0">
                <a:srgbClr val="E5DFFA"/>
              </a:gs>
              <a:gs pos="50000">
                <a:srgbClr val="DCEAFB"/>
              </a:gs>
              <a:gs pos="100000">
                <a:srgbClr val="D9F5F6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placeholder_1">
            <a:extLst>
              <a:ext uri="{FF2B5EF4-FFF2-40B4-BE49-F238E27FC236}">
                <a16:creationId xmlns:a16="http://schemas.microsoft.com/office/drawing/2014/main" id="{2B26E665-491A-470B-9433-C5886D68D8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4500" y="5429250"/>
            <a:ext cx="26847000" cy="2571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9000" b="1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0" b="1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9000" b="1" i="0">
                <a:solidFill>
                  <a:srgbClr val="35065B"/>
                </a:solidFill>
                <a:latin typeface="Arial"/>
                <a:ea typeface="Arial"/>
                <a:cs typeface="Arial"/>
              </a:rPr>
              <a:t>A Clear and Informative Research Title</a:t>
            </a:r>
          </a:p>
          <a:p>
            <a:pPr algn="ctr">
              <a:defRPr sz="9000" b="1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9000" b="1" i="0">
                <a:solidFill>
                  <a:srgbClr val="35065B"/>
                </a:solidFill>
                <a:latin typeface="Arial"/>
                <a:ea typeface="Arial"/>
                <a:cs typeface="Arial"/>
              </a:rPr>
              <a:t>Optional Second Line</a:t>
            </a:r>
          </a:p>
        </p:txBody>
      </p:sp>
      <p:sp>
        <p:nvSpPr>
          <p:cNvPr id="8" name="placeholder_2">
            <a:extLst>
              <a:ext uri="{FF2B5EF4-FFF2-40B4-BE49-F238E27FC236}">
                <a16:creationId xmlns:a16="http://schemas.microsoft.com/office/drawing/2014/main" id="{2B03FA91-E076-4EE9-858E-9B223B126B4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714500" y="8286750"/>
            <a:ext cx="26847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6000" b="0" i="1">
                <a:solidFill>
                  <a:srgbClr val="35065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6000" b="0" i="1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1">
                <a:solidFill>
                  <a:srgbClr val="35065B"/>
                </a:solidFill>
                <a:latin typeface="Arial"/>
                <a:ea typeface="Arial"/>
                <a:cs typeface="Arial"/>
              </a:rPr>
              <a:t>First and Last Name, First and Last Name, First and Last Name</a:t>
            </a:r>
          </a:p>
        </p:txBody>
      </p:sp>
      <p:sp>
        <p:nvSpPr>
          <p:cNvPr id="9" name="placeholder_3">
            <a:extLst>
              <a:ext uri="{FF2B5EF4-FFF2-40B4-BE49-F238E27FC236}">
                <a16:creationId xmlns:a16="http://schemas.microsoft.com/office/drawing/2014/main" id="{EE2BA70E-A4FD-4E95-A8FE-C1D04916E0A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714500" y="9620250"/>
            <a:ext cx="268470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405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405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4050" b="0" i="0">
                <a:solidFill>
                  <a:srgbClr val="35065B"/>
                </a:solidFill>
                <a:latin typeface="Arial"/>
                <a:ea typeface="Arial"/>
                <a:cs typeface="Arial"/>
              </a:rPr>
              <a:t>Institution / Department · City, Country</a:t>
            </a:r>
          </a:p>
        </p:txBody>
      </p:sp>
      <p:sp>
        <p:nvSpPr>
          <p:cNvPr id="11" name="placeholder_5">
            <a:extLst>
              <a:ext uri="{FF2B5EF4-FFF2-40B4-BE49-F238E27FC236}">
                <a16:creationId xmlns:a16="http://schemas.microsoft.com/office/drawing/2014/main" id="{599FC460-7998-44C3-934C-F69D25327C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714500" y="11334750"/>
            <a:ext cx="12852000" cy="2686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defPPr>
          </a:lstStyle>
          <a:p>
            <a:pPr marL="380000" lvl="0" indent="-250000"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0">
                <a:solidFill>
                  <a:srgbClr val="35065B"/>
                </a:solidFill>
                <a:latin typeface="Arial"/>
                <a:ea typeface="Arial"/>
                <a:cs typeface="Arial"/>
              </a:rPr>
              <a:t>Motivation</a:t>
            </a:r>
          </a:p>
          <a:p>
            <a:pPr marL="380000" lvl="0" indent="-250000"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0">
                <a:solidFill>
                  <a:srgbClr val="35065B"/>
                </a:solidFill>
                <a:latin typeface="Arial"/>
                <a:ea typeface="Arial"/>
                <a:cs typeface="Arial"/>
              </a:rPr>
              <a:t>Methods</a:t>
            </a:r>
          </a:p>
          <a:p>
            <a:pPr marL="760000" lvl="1" indent="-250000"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0">
                <a:solidFill>
                  <a:srgbClr val="35065B"/>
                </a:solidFill>
                <a:latin typeface="Arial"/>
                <a:ea typeface="Arial"/>
                <a:cs typeface="Arial"/>
              </a:rPr>
              <a:t>Algorithms</a:t>
            </a:r>
          </a:p>
          <a:p>
            <a:pPr marL="380000" lvl="0" indent="-250000"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0">
                <a:solidFill>
                  <a:srgbClr val="35065B"/>
                </a:solidFill>
                <a:latin typeface="Arial"/>
                <a:ea typeface="Arial"/>
                <a:cs typeface="Arial"/>
              </a:rPr>
              <a:t>Results</a:t>
            </a:r>
          </a:p>
          <a:p>
            <a:pPr marL="760000" lvl="1" indent="-250000"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0">
                <a:solidFill>
                  <a:srgbClr val="35065B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sp>
        <p:nvSpPr>
          <p:cNvPr id="12" name="placeholder_6">
            <a:extLst>
              <a:ext uri="{FF2B5EF4-FFF2-40B4-BE49-F238E27FC236}">
                <a16:creationId xmlns:a16="http://schemas.microsoft.com/office/drawing/2014/main" id="{41A6F8BA-02A1-4EE9-A8C9-1E619846C1E2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5709500" y="11334750"/>
            <a:ext cx="12852000" cy="2686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defPPr>
          </a:lstStyle>
          <a:p>
            <a:pPr marL="380000" lvl="0" indent="-250000"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0">
                <a:solidFill>
                  <a:srgbClr val="35065B"/>
                </a:solidFill>
                <a:latin typeface="Arial"/>
                <a:ea typeface="Arial"/>
                <a:cs typeface="Arial"/>
              </a:rPr>
              <a:t>Motivation</a:t>
            </a:r>
          </a:p>
          <a:p>
            <a:pPr marL="380000" lvl="0" indent="-250000"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0">
                <a:solidFill>
                  <a:srgbClr val="35065B"/>
                </a:solidFill>
                <a:latin typeface="Arial"/>
                <a:ea typeface="Arial"/>
                <a:cs typeface="Arial"/>
              </a:rPr>
              <a:t>Methods</a:t>
            </a:r>
          </a:p>
          <a:p>
            <a:pPr marL="760000" lvl="1" indent="-250000"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0">
                <a:solidFill>
                  <a:srgbClr val="35065B"/>
                </a:solidFill>
                <a:latin typeface="Arial"/>
                <a:ea typeface="Arial"/>
                <a:cs typeface="Arial"/>
              </a:rPr>
              <a:t>Algorithms</a:t>
            </a:r>
          </a:p>
          <a:p>
            <a:pPr marL="380000" lvl="0" indent="-250000"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0">
                <a:solidFill>
                  <a:srgbClr val="35065B"/>
                </a:solidFill>
                <a:latin typeface="Arial"/>
                <a:ea typeface="Arial"/>
                <a:cs typeface="Arial"/>
              </a:rPr>
              <a:t>Results</a:t>
            </a:r>
          </a:p>
          <a:p>
            <a:pPr marL="760000" lvl="1" indent="-250000"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0">
                <a:solidFill>
                  <a:srgbClr val="35065B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sp>
        <p:nvSpPr>
          <p:cNvPr id="13" name="placeholder_7">
            <a:extLst>
              <a:ext uri="{FF2B5EF4-FFF2-40B4-BE49-F238E27FC236}">
                <a16:creationId xmlns:a16="http://schemas.microsoft.com/office/drawing/2014/main" id="{F560B9CA-8591-4BB6-81C0-6E6D3818F28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714500" y="38528625"/>
            <a:ext cx="268470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600" b="1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600" b="1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35065B"/>
                </a:solidFill>
                <a:latin typeface="Arial"/>
                <a:ea typeface="Arial"/>
                <a:cs typeface="Arial"/>
              </a:rPr>
              <a:t>References / Acknowledgments</a:t>
            </a:r>
          </a:p>
        </p:txBody>
      </p:sp>
      <p:sp>
        <p:nvSpPr>
          <p:cNvPr id="14" name="placeholder_8">
            <a:extLst>
              <a:ext uri="{FF2B5EF4-FFF2-40B4-BE49-F238E27FC236}">
                <a16:creationId xmlns:a16="http://schemas.microsoft.com/office/drawing/2014/main" id="{FAAA9EBF-EAAE-4565-AB7A-8F730B5C5AA2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714500" y="39385875"/>
            <a:ext cx="26847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35065B"/>
                </a:solidFill>
                <a:latin typeface="Arial"/>
                <a:ea typeface="Arial"/>
                <a:cs typeface="Arial"/>
              </a:rPr>
              <a:t>Selected references, funding and acknowledgments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3ABC09F-1187-C535-DD2D-C2E9293A5BE9}"/>
              </a:ext>
            </a:extLst>
          </p:cNvPr>
          <p:cNvSpPr>
            <a:spLocks noGrp="1"/>
          </p:cNvSpPr>
          <p:nvPr userDrawn="1"/>
        </p:nvSpPr>
        <p:spPr>
          <a:xfrm>
            <a:off x="1714500" y="41182862"/>
            <a:ext cx="15240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00" b="1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ICXR 2026 POSTER PRESENTATION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35CC420-BD0F-4300-A936-98B73142C542}"/>
              </a:ext>
            </a:extLst>
          </p:cNvPr>
          <p:cNvSpPr>
            <a:spLocks noGrp="1"/>
          </p:cNvSpPr>
          <p:nvPr userDrawn="1"/>
        </p:nvSpPr>
        <p:spPr>
          <a:xfrm>
            <a:off x="1714500" y="41994375"/>
            <a:ext cx="15240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0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November 5</a:t>
            </a:r>
            <a:r>
              <a:rPr lang="zh-CN" altLang="en-US" sz="3600" b="0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600" b="0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-</a:t>
            </a:r>
            <a:r>
              <a:rPr lang="zh-CN" altLang="en-US" sz="3600" b="0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0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6, 2026 · Guangzhou, China</a:t>
            </a:r>
          </a:p>
        </p:txBody>
      </p:sp>
      <p:pic>
        <p:nvPicPr>
          <p:cNvPr id="22" name="图形 21">
            <a:extLst>
              <a:ext uri="{FF2B5EF4-FFF2-40B4-BE49-F238E27FC236}">
                <a16:creationId xmlns:a16="http://schemas.microsoft.com/office/drawing/2014/main" id="{3D8D0662-D71F-3252-E446-6E0680E0DE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04937" y="-1332371"/>
            <a:ext cx="9263752" cy="6547754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81" userDrawn="1">
          <p15:clr>
            <a:srgbClr val="FBAE40"/>
          </p15:clr>
        </p15:guide>
        <p15:guide id="2" pos="953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2B26E665-491A-470B-9433-C5886D68D8B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9000" b="1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0" b="1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9000" b="1" i="0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A Clear and Informative Research Title</a:t>
            </a:r>
          </a:p>
          <a:p>
            <a:pPr algn="ctr">
              <a:defRPr sz="9000" b="1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9000" b="1" i="0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Optional Second Line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2B03FA91-E076-4EE9-858E-9B223B126B4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6000" b="0" i="1">
                <a:solidFill>
                  <a:srgbClr val="35065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6000" b="0" i="1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1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First and Last Name, First and Last Name, First and Last Name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EE2BA70E-A4FD-4E95-A8FE-C1D04916E0A3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405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405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4050" b="0" i="0">
                <a:solidFill>
                  <a:srgbClr val="35065B"/>
                </a:solidFill>
                <a:latin typeface="Arial"/>
                <a:ea typeface="Arial"/>
                <a:cs typeface="Arial"/>
              </a:rPr>
              <a:t>Institution / Department · City, Country</a:t>
            </a:r>
          </a:p>
        </p:txBody>
      </p:sp>
      <p:sp>
        <p:nvSpPr>
          <p:cNvPr id="6" name="placeholder_5">
            <a:extLst>
              <a:ext uri="{FF2B5EF4-FFF2-40B4-BE49-F238E27FC236}">
                <a16:creationId xmlns:a16="http://schemas.microsoft.com/office/drawing/2014/main" id="{599FC460-7998-44C3-934C-F69D25327CCF}"/>
              </a:ext>
            </a:extLst>
          </p:cNvPr>
          <p:cNvSpPr>
            <a:spLocks noGrp="1"/>
          </p:cNvSpPr>
          <p:nvPr>
            <p:ph idx="20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defPPr>
          </a:lstStyle>
          <a:p>
            <a:pPr marL="380000" lvl="0" indent="-250000"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0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Motivation</a:t>
            </a:r>
          </a:p>
          <a:p>
            <a:pPr marL="380000" lvl="0" indent="-250000"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0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Methods</a:t>
            </a:r>
          </a:p>
          <a:p>
            <a:pPr marL="760000" lvl="1" indent="-250000"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0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Algorithms</a:t>
            </a:r>
          </a:p>
          <a:p>
            <a:pPr marL="380000" lvl="0" indent="-250000"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0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Results</a:t>
            </a:r>
          </a:p>
          <a:p>
            <a:pPr marL="760000" lvl="1" indent="-250000"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0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sp>
        <p:nvSpPr>
          <p:cNvPr id="7" name="placeholder_6">
            <a:extLst>
              <a:ext uri="{FF2B5EF4-FFF2-40B4-BE49-F238E27FC236}">
                <a16:creationId xmlns:a16="http://schemas.microsoft.com/office/drawing/2014/main" id="{41A6F8BA-02A1-4EE9-A8C9-1E619846C1E2}"/>
              </a:ext>
            </a:extLst>
          </p:cNvPr>
          <p:cNvSpPr>
            <a:spLocks noGrp="1"/>
          </p:cNvSpPr>
          <p:nvPr>
            <p:ph idx="2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defPPr>
          </a:lstStyle>
          <a:p>
            <a:pPr marL="380000" lvl="0" indent="-250000"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0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Motivation</a:t>
            </a:r>
          </a:p>
          <a:p>
            <a:pPr marL="380000" lvl="0" indent="-250000"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0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Methods</a:t>
            </a:r>
          </a:p>
          <a:p>
            <a:pPr marL="760000" lvl="1" indent="-250000"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0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Algorithms</a:t>
            </a:r>
          </a:p>
          <a:p>
            <a:pPr marL="380000" lvl="0" indent="-250000"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0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Results</a:t>
            </a:r>
          </a:p>
          <a:p>
            <a:pPr marL="760000" lvl="1" indent="-250000" algn="l">
              <a:defRPr sz="6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6000" b="0" i="0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sp>
        <p:nvSpPr>
          <p:cNvPr id="8" name="placeholder_7">
            <a:extLst>
              <a:ext uri="{FF2B5EF4-FFF2-40B4-BE49-F238E27FC236}">
                <a16:creationId xmlns:a16="http://schemas.microsoft.com/office/drawing/2014/main" id="{F560B9CA-8591-4BB6-81C0-6E6D3818F286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600" b="1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600" b="1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35065B"/>
                </a:solidFill>
                <a:latin typeface="Arial"/>
                <a:ea typeface="Arial"/>
                <a:cs typeface="Arial"/>
              </a:rPr>
              <a:t>References / Acknowledgments</a:t>
            </a:r>
          </a:p>
        </p:txBody>
      </p:sp>
      <p:sp>
        <p:nvSpPr>
          <p:cNvPr id="9" name="placeholder_8">
            <a:extLst>
              <a:ext uri="{FF2B5EF4-FFF2-40B4-BE49-F238E27FC236}">
                <a16:creationId xmlns:a16="http://schemas.microsoft.com/office/drawing/2014/main" id="{FAAA9EBF-EAAE-4565-AB7A-8F730B5C5AA2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0" i="0">
                <a:solidFill>
                  <a:srgbClr val="35065B"/>
                </a:solidFill>
                <a:latin typeface="Arial"/>
                <a:ea typeface="Arial"/>
                <a:cs typeface="Arial"/>
              </a:defRPr>
            </a:pPr>
            <a:r>
              <a:rPr sz="3000" b="0" i="0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Selected references, funding and acknowledgments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B28A27F-86A8-5A5D-2DEB-72BF073D3706}"/>
              </a:ext>
            </a:extLst>
          </p:cNvPr>
          <p:cNvSpPr>
            <a:spLocks noGrp="1"/>
          </p:cNvSpPr>
          <p:nvPr/>
        </p:nvSpPr>
        <p:spPr>
          <a:xfrm>
            <a:off x="25265062" y="41454591"/>
            <a:ext cx="3296438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5400" b="1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#ID:</a:t>
            </a:r>
            <a:r>
              <a:rPr lang="zh-CN" altLang="en-US" sz="5400" b="1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5400" b="1" dirty="0">
                <a:solidFill>
                  <a:srgbClr val="35065B"/>
                </a:solidFill>
                <a:latin typeface="Arial"/>
                <a:ea typeface="Arial"/>
                <a:cs typeface="Arial"/>
              </a:rPr>
              <a:t>0000</a:t>
            </a:r>
            <a:endParaRPr sz="5400" b="1" dirty="0">
              <a:solidFill>
                <a:srgbClr val="35065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29231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</Words>
  <Application>Microsoft Macintosh PowerPoint</Application>
  <DocSecurity>0</DocSecurity>
  <PresentationFormat>自定义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Aptos</vt:lpstr>
      <vt:lpstr>Arial</vt:lpstr>
      <vt:lpstr>ChatGPT</vt:lpstr>
      <vt:lpstr>A Clear and Informative Research Title Optional Second 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Miao Wang</cp:lastModifiedBy>
  <cp:revision>1</cp:revision>
  <dcterms:created xsi:type="dcterms:W3CDTF">2026-10-09T22:24:15Z</dcterms:created>
  <dcterms:modified xsi:type="dcterms:W3CDTF">2026-10-09T22:45:05Z</dcterms:modified>
</cp:coreProperties>
</file>