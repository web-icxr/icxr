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3"/>
    <p:restoredTop sz="94645"/>
  </p:normalViewPr>
  <p:slideViewPr>
    <p:cSldViewPr snapToGrid="0" showGuides="1">
      <p:cViewPr>
        <p:scale>
          <a:sx n="105" d="100"/>
          <a:sy n="105" d="100"/>
        </p:scale>
        <p:origin x="1192" y="3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Background artwork generated with gpt-image-2 using the ICXR 2026 palette and XR motifs. Replace bracketed text and figure areas with your research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Background artwork generated with gpt-image-2 using the ICXR 2026 palette and XR motifs. Replace bracketed text and figure areas with your research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Background artwork generated with gpt-image-2 using the ICXR 2026 palette and XR motifs. Replace bracketed text and figure areas with your research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Background artwork generated with gpt-image-2 using the ICXR 2026 palette and XR motifs. Replace bracketed text and figure areas with your research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Background artwork generated with gpt-image-2 using the ICXR 2026 palette and XR motifs. Replace bracketed text and figure areas with your research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cxr-logo-4.jp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cxr-logo-3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cxr-logo-2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cxr-logo-6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cxr-logo-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cxr-logo-0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cxr-logo-1.jp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XR Title and Auth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49799D0-328E-4A9D-B5E7-483DC97A18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形 1">
            <a:extLst>
              <a:ext uri="{FF2B5EF4-FFF2-40B4-BE49-F238E27FC236}">
                <a16:creationId xmlns:a16="http://schemas.microsoft.com/office/drawing/2014/main" id="{202949A6-8251-4892-9F96-2B5EC2D2F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38125"/>
            <a:ext cx="2095500" cy="74739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D32AA6D-67AE-427B-9FCF-6EA1D52C2740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4953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175AE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>
                <a:solidFill>
                  <a:srgbClr val="175A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5AE8"/>
                </a:solidFill>
                <a:latin typeface="Arial"/>
                <a:ea typeface="Arial"/>
                <a:cs typeface="Arial"/>
              </a:rPr>
              <a:t>ORAL PRESENTATION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7F0321-6CB8-4CD2-B9EF-0EAB7E736DED}"/>
              </a:ext>
            </a:extLst>
          </p:cNvPr>
          <p:cNvSpPr>
            <a:spLocks noGrp="1"/>
          </p:cNvSpPr>
          <p:nvPr/>
        </p:nvSpPr>
        <p:spPr>
          <a:xfrm>
            <a:off x="647700" y="6162675"/>
            <a:ext cx="7810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55D7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655D7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655D70"/>
                </a:solidFill>
                <a:latin typeface="Arial"/>
                <a:ea typeface="Arial"/>
                <a:cs typeface="Arial"/>
              </a:rPr>
              <a:t>November 5–6, 2026   Guangzhou, China</a:t>
            </a:r>
          </a:p>
        </p:txBody>
      </p:sp>
      <p:sp>
        <p:nvSpPr>
          <p:cNvPr id="100" name="Titolo 1">
            <a:extLst>
              <a:ext uri="{FF2B5EF4-FFF2-40B4-BE49-F238E27FC236}">
                <a16:creationId xmlns:a16="http://schemas.microsoft.com/office/drawing/2014/main" id="{BA786792-C22F-2078-7AF7-9235CAC557B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857375"/>
            <a:ext cx="7810500" cy="2095500"/>
          </a:xfrm>
        </p:spPr>
        <p:txBody>
          <a:bodyPr anchor="b"/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pPr>
            <a:r>
              <a:rPr sz="2800" b="1" i="0">
                <a:solidFill>
                  <a:srgbClr val="35065B"/>
                </a:solidFill>
                <a:latin typeface="Arial"/>
              </a:rPr>
              <a:t>The Long Title of Your Paper With Arial Typeface, Bold Weight, 28 pt: Left and Bottom Alignment, No Justification</a:t>
            </a:r>
          </a:p>
        </p:txBody>
      </p:sp>
      <p:sp>
        <p:nvSpPr>
          <p:cNvPr id="101" name="Sottotitolo 2">
            <a:extLst>
              <a:ext uri="{FF2B5EF4-FFF2-40B4-BE49-F238E27FC236}">
                <a16:creationId xmlns:a16="http://schemas.microsoft.com/office/drawing/2014/main" id="{5CBD34D3-2703-5903-927D-CEE6C2A6AE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700" y="4191000"/>
            <a:ext cx="7524750" cy="1381125"/>
          </a:xfrm>
        </p:spPr>
        <p:txBody>
          <a:bodyPr anchor="t"/>
          <a:lstStyle>
            <a:lvl1pPr marL="0" indent="0" algn="l">
              <a:buNone/>
              <a:defRPr sz="1800" b="0" i="0">
                <a:solidFill>
                  <a:srgbClr val="655D70"/>
                </a:solidFill>
                <a:latin typeface="Arial"/>
              </a:defRPr>
            </a:lvl1pPr>
          </a:lstStyle>
          <a:p>
            <a:pPr marL="0" indent="0" algn="l">
              <a:buNone/>
              <a:defRPr sz="1800" b="0" i="0">
                <a:solidFill>
                  <a:srgbClr val="655D70"/>
                </a:solidFill>
                <a:latin typeface="Arial"/>
              </a:defRPr>
            </a:pPr>
            <a:r>
              <a:rPr sz="1800" b="0" i="0">
                <a:solidFill>
                  <a:srgbClr val="655D70"/>
                </a:solidFill>
                <a:latin typeface="Arial"/>
              </a:rPr>
              <a:t>List of Authors and Institutions, With Arial Typeface, Regular Weight, 18 pt, Left Alignment, No Justification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XR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C51E3B1F-D2EC-443C-B4D8-559C19E8B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00" name="ICXR rectangular footer band"/>
          <p:cNvSpPr/>
          <p:nvPr/>
        </p:nvSpPr>
        <p:spPr>
          <a:xfrm>
            <a:off x="0" y="6267450"/>
            <a:ext cx="12192000" cy="590550"/>
          </a:xfrm>
          <a:prstGeom prst="rect">
            <a:avLst/>
          </a:prstGeom>
          <a:gradFill rotWithShape="1">
            <a:gsLst>
              <a:gs pos="0">
                <a:srgbClr val="E5DFFA"/>
              </a:gs>
              <a:gs pos="50000">
                <a:srgbClr val="DCEAFB"/>
              </a:gs>
              <a:gs pos="100000">
                <a:srgbClr val="D9F5F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D1E3475-4E1A-4977-8497-86C3529A9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1938" y="6304597"/>
            <a:ext cx="1285875" cy="459105"/>
          </a:xfrm>
          <a:prstGeom prst="rect">
            <a:avLst/>
          </a:prstGeom>
        </p:spPr>
      </p:pic>
      <p:sp>
        <p:nvSpPr>
          <p:cNvPr id="100" name="Segnaposto contenuto 2">
            <a:extLst>
              <a:ext uri="{FF2B5EF4-FFF2-40B4-BE49-F238E27FC236}">
                <a16:creationId xmlns:a16="http://schemas.microsoft.com/office/drawing/2014/main" id="{CABE8251-9D64-5993-8ED8-353E0EFCDBD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3400" y="1905000"/>
            <a:ext cx="11125200" cy="3857625"/>
          </a:xfrm>
        </p:spPr>
        <p:txBody>
          <a:bodyPr/>
          <a:lstStyle>
            <a:lvl1pPr marL="200000" indent="-200000" algn="l">
              <a:buChar char="•"/>
              <a:defRPr sz="2800">
                <a:solidFill>
                  <a:srgbClr val="241635"/>
                </a:solidFill>
                <a:latin typeface="Arial"/>
              </a:defRPr>
            </a:lvl1pPr>
            <a:lvl2pPr marL="460000" indent="-200000" algn="l">
              <a:buChar char="•"/>
              <a:defRPr sz="2400">
                <a:solidFill>
                  <a:srgbClr val="241635"/>
                </a:solidFill>
                <a:latin typeface="Arial"/>
              </a:defRPr>
            </a:lvl2pPr>
            <a:lvl3pPr marL="720000" indent="-200000" algn="l">
              <a:buChar char="•"/>
              <a:defRPr sz="2000">
                <a:solidFill>
                  <a:srgbClr val="241635"/>
                </a:solidFill>
                <a:latin typeface="Arial"/>
              </a:defRPr>
            </a:lvl3pPr>
            <a:lvl4pPr marL="98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4pPr>
            <a:lvl5pPr marL="124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5pPr>
          </a:lstStyle>
          <a:p>
            <a:pPr lvl="0"/>
            <a:r>
              <a:rPr sz="2800">
                <a:solidFill>
                  <a:srgbClr val="241635"/>
                </a:solidFill>
                <a:latin typeface="Arial"/>
              </a:rPr>
              <a:t>Click to add text</a:t>
            </a:r>
          </a:p>
          <a:p>
            <a:pPr lvl="1"/>
            <a:r>
              <a:rPr sz="2400">
                <a:solidFill>
                  <a:srgbClr val="241635"/>
                </a:solidFill>
                <a:latin typeface="Arial"/>
              </a:rPr>
              <a:t>Click to add second-level text</a:t>
            </a:r>
          </a:p>
          <a:p>
            <a:pPr lvl="2"/>
            <a:r>
              <a:rPr sz="2000">
                <a:solidFill>
                  <a:srgbClr val="241635"/>
                </a:solidFill>
                <a:latin typeface="Arial"/>
              </a:rPr>
              <a:t>Click to add third-level text</a:t>
            </a:r>
          </a:p>
          <a:p>
            <a:pPr lvl="3"/>
            <a:r>
              <a:rPr sz="1800">
                <a:solidFill>
                  <a:srgbClr val="241635"/>
                </a:solidFill>
                <a:latin typeface="Arial"/>
              </a:rPr>
              <a:t>Click to add fourth-level text</a:t>
            </a:r>
          </a:p>
          <a:p>
            <a:pPr lvl="4"/>
            <a:r>
              <a:rPr sz="1800">
                <a:solidFill>
                  <a:srgbClr val="241635"/>
                </a:solidFill>
                <a:latin typeface="Arial"/>
              </a:rPr>
              <a:t>Click to add fifth-level text</a:t>
            </a:r>
          </a:p>
        </p:txBody>
      </p:sp>
      <p:sp>
        <p:nvSpPr>
          <p:cNvPr id="101" name="Segnaposto piè di pagina 4">
            <a:extLst>
              <a:ext uri="{FF2B5EF4-FFF2-40B4-BE49-F238E27FC236}">
                <a16:creationId xmlns:a16="http://schemas.microsoft.com/office/drawing/2014/main" id="{A9AD74C3-EAB2-B9FB-45DB-DC728B8AB4B2}"/>
              </a:ext>
            </a:extLst>
          </p:cNvPr>
          <p:cNvSpPr>
            <a:spLocks noGrp="1"/>
          </p:cNvSpPr>
          <p:nvPr>
            <p:ph type="ftr" sz="quarter" idx="11" hasCustomPrompt="1"/>
          </p:nvPr>
        </p:nvSpPr>
        <p:spPr>
          <a:xfrm>
            <a:off x="2428875" y="6400800"/>
            <a:ext cx="8239125" cy="2857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pPr>
            <a:r>
              <a:rPr sz="900" b="0" i="1">
                <a:solidFill>
                  <a:srgbClr val="35065B"/>
                </a:solidFill>
                <a:latin typeface="Arial"/>
              </a:rPr>
              <a:t>The Title of Your Paper With Arial Typeface, Regular Weight, Italic Style, 9 pt: Left Alignment, Vertical Centering, No Justification</a:t>
            </a:r>
          </a:p>
        </p:txBody>
      </p:sp>
      <p:sp>
        <p:nvSpPr>
          <p:cNvPr id="102" name="Segnaposto numero diapositiva 5">
            <a:extLst>
              <a:ext uri="{FF2B5EF4-FFF2-40B4-BE49-F238E27FC236}">
                <a16:creationId xmlns:a16="http://schemas.microsoft.com/office/drawing/2014/main" id="{B0879122-EA06-7526-0FF9-7281FD66EC07}"/>
              </a:ext>
            </a:extLst>
          </p:cNvPr>
          <p:cNvSpPr>
            <a:spLocks noGrp="1"/>
          </p:cNvSpPr>
          <p:nvPr>
            <p:ph type="sldNum" sz="quarter" idx="12" hasCustomPrompt="1"/>
          </p:nvPr>
        </p:nvSpPr>
        <p:spPr>
          <a:xfrm>
            <a:off x="11498882" y="6419850"/>
            <a:ext cx="533400" cy="247650"/>
          </a:xfrm>
        </p:spPr>
        <p:txBody>
          <a:bodyPr anchor="t"/>
          <a:lstStyle>
            <a:lvl1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lvl1pPr>
          </a:lstStyle>
          <a:p>
            <a: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pPr>
            <a:r>
              <a:rPr sz="1200" b="0" i="0" dirty="0">
                <a:solidFill>
                  <a:srgbClr val="655D70"/>
                </a:solidFill>
                <a:latin typeface="Arial"/>
              </a:rPr>
              <a:t>‹#›</a:t>
            </a:r>
          </a:p>
        </p:txBody>
      </p:sp>
      <p:sp>
        <p:nvSpPr>
          <p:cNvPr id="103" name="Segnaposto titolo 1">
            <a:extLst>
              <a:ext uri="{FF2B5EF4-FFF2-40B4-BE49-F238E27FC236}">
                <a16:creationId xmlns:a16="http://schemas.microsoft.com/office/drawing/2014/main" id="{CE1426DB-032E-9C74-B4FB-9E1A9D972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742950"/>
            <a:ext cx="11096625" cy="952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pPr>
            <a:r>
              <a:rPr sz="2800" b="1" i="0">
                <a:solidFill>
                  <a:srgbClr val="35065B"/>
                </a:solidFill>
                <a:latin typeface="Arial"/>
              </a:rPr>
              <a:t>A Short Slide Title With Arial Typeface, Bold Weight, 28 pt, Left Alignment, No Justification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XR Two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3B46E5F-5992-42A2-A337-CF078C0A4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Titolo 1">
            <a:extLst>
              <a:ext uri="{FF2B5EF4-FFF2-40B4-BE49-F238E27FC236}">
                <a16:creationId xmlns:a16="http://schemas.microsoft.com/office/drawing/2014/main" id="{8115C982-65E2-27EB-1DD0-F445E7F5F5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742950"/>
            <a:ext cx="11096625" cy="952500"/>
          </a:xfrm>
        </p:spPr>
        <p:txBody>
          <a:bodyPr anchor="t"/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pPr>
            <a:r>
              <a:rPr sz="2800" b="1" i="0">
                <a:solidFill>
                  <a:srgbClr val="35065B"/>
                </a:solidFill>
                <a:latin typeface="Arial"/>
              </a:rPr>
              <a:t>A Short Slide Title With Arial Typeface, Bold Weight, 28 pt, Left Alignment, No Justification</a:t>
            </a:r>
          </a:p>
        </p:txBody>
      </p:sp>
      <p:sp>
        <p:nvSpPr>
          <p:cNvPr id="101" name="Segnaposto contenuto 2">
            <a:extLst>
              <a:ext uri="{FF2B5EF4-FFF2-40B4-BE49-F238E27FC236}">
                <a16:creationId xmlns:a16="http://schemas.microsoft.com/office/drawing/2014/main" id="{8697A89E-FFA4-2284-032E-0824A82B2C5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3400" y="1905000"/>
            <a:ext cx="5400675" cy="3905250"/>
          </a:xfrm>
        </p:spPr>
        <p:txBody>
          <a:bodyPr/>
          <a:lstStyle>
            <a:lvl1pPr marL="200000" indent="-200000" algn="l">
              <a:buChar char="•"/>
              <a:defRPr sz="2800">
                <a:solidFill>
                  <a:srgbClr val="241635"/>
                </a:solidFill>
                <a:latin typeface="Arial"/>
              </a:defRPr>
            </a:lvl1pPr>
            <a:lvl2pPr marL="460000" indent="-200000" algn="l">
              <a:buChar char="•"/>
              <a:defRPr sz="2400">
                <a:solidFill>
                  <a:srgbClr val="241635"/>
                </a:solidFill>
                <a:latin typeface="Arial"/>
              </a:defRPr>
            </a:lvl2pPr>
            <a:lvl3pPr marL="720000" indent="-200000" algn="l">
              <a:buChar char="•"/>
              <a:defRPr sz="2000">
                <a:solidFill>
                  <a:srgbClr val="241635"/>
                </a:solidFill>
                <a:latin typeface="Arial"/>
              </a:defRPr>
            </a:lvl3pPr>
            <a:lvl4pPr marL="98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4pPr>
            <a:lvl5pPr marL="124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5pPr>
          </a:lstStyle>
          <a:p>
            <a:pPr lvl="0"/>
            <a:r>
              <a:rPr sz="2800">
                <a:solidFill>
                  <a:srgbClr val="241635"/>
                </a:solidFill>
                <a:latin typeface="Arial"/>
              </a:rPr>
              <a:t>Click to add text</a:t>
            </a:r>
          </a:p>
          <a:p>
            <a:pPr lvl="1"/>
            <a:r>
              <a:rPr sz="2400">
                <a:solidFill>
                  <a:srgbClr val="241635"/>
                </a:solidFill>
                <a:latin typeface="Arial"/>
              </a:rPr>
              <a:t>Click to add second-level text</a:t>
            </a:r>
          </a:p>
          <a:p>
            <a:pPr lvl="2"/>
            <a:r>
              <a:rPr sz="2000">
                <a:solidFill>
                  <a:srgbClr val="241635"/>
                </a:solidFill>
                <a:latin typeface="Arial"/>
              </a:rPr>
              <a:t>Click to add third-level text</a:t>
            </a:r>
          </a:p>
          <a:p>
            <a:pPr lvl="3"/>
            <a:r>
              <a:rPr sz="1800">
                <a:solidFill>
                  <a:srgbClr val="241635"/>
                </a:solidFill>
                <a:latin typeface="Arial"/>
              </a:rPr>
              <a:t>Click to add fourth-level text</a:t>
            </a:r>
          </a:p>
          <a:p>
            <a:pPr lvl="4"/>
            <a:r>
              <a:rPr sz="1800">
                <a:solidFill>
                  <a:srgbClr val="241635"/>
                </a:solidFill>
                <a:latin typeface="Arial"/>
              </a:rPr>
              <a:t>Click to add fifth-level text</a:t>
            </a:r>
          </a:p>
        </p:txBody>
      </p:sp>
      <p:sp>
        <p:nvSpPr>
          <p:cNvPr id="102" name="Segnaposto contenuto 3">
            <a:extLst>
              <a:ext uri="{FF2B5EF4-FFF2-40B4-BE49-F238E27FC236}">
                <a16:creationId xmlns:a16="http://schemas.microsoft.com/office/drawing/2014/main" id="{47003A87-C130-EE3D-09E3-A3D1E45A545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7925" y="1905000"/>
            <a:ext cx="5400675" cy="3905250"/>
          </a:xfrm>
        </p:spPr>
        <p:txBody>
          <a:bodyPr/>
          <a:lstStyle>
            <a:lvl1pPr marL="200000" indent="-200000" algn="l">
              <a:buChar char="•"/>
              <a:defRPr sz="2800">
                <a:solidFill>
                  <a:srgbClr val="241635"/>
                </a:solidFill>
                <a:latin typeface="Arial"/>
              </a:defRPr>
            </a:lvl1pPr>
            <a:lvl2pPr marL="460000" indent="-200000" algn="l">
              <a:buChar char="•"/>
              <a:defRPr sz="2400">
                <a:solidFill>
                  <a:srgbClr val="241635"/>
                </a:solidFill>
                <a:latin typeface="Arial"/>
              </a:defRPr>
            </a:lvl2pPr>
            <a:lvl3pPr marL="720000" indent="-200000" algn="l">
              <a:buChar char="•"/>
              <a:defRPr sz="2000">
                <a:solidFill>
                  <a:srgbClr val="241635"/>
                </a:solidFill>
                <a:latin typeface="Arial"/>
              </a:defRPr>
            </a:lvl3pPr>
            <a:lvl4pPr marL="98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4pPr>
            <a:lvl5pPr marL="124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5pPr>
          </a:lstStyle>
          <a:p>
            <a:pPr lvl="0"/>
            <a:r>
              <a:rPr sz="2800">
                <a:solidFill>
                  <a:srgbClr val="241635"/>
                </a:solidFill>
                <a:latin typeface="Arial"/>
              </a:rPr>
              <a:t>Click to add text</a:t>
            </a:r>
          </a:p>
          <a:p>
            <a:pPr lvl="1"/>
            <a:r>
              <a:rPr sz="2400">
                <a:solidFill>
                  <a:srgbClr val="241635"/>
                </a:solidFill>
                <a:latin typeface="Arial"/>
              </a:rPr>
              <a:t>Click to add second-level text</a:t>
            </a:r>
          </a:p>
          <a:p>
            <a:pPr lvl="2"/>
            <a:r>
              <a:rPr sz="2000">
                <a:solidFill>
                  <a:srgbClr val="241635"/>
                </a:solidFill>
                <a:latin typeface="Arial"/>
              </a:rPr>
              <a:t>Click to add third-level text</a:t>
            </a:r>
          </a:p>
          <a:p>
            <a:pPr lvl="3"/>
            <a:r>
              <a:rPr sz="1800">
                <a:solidFill>
                  <a:srgbClr val="241635"/>
                </a:solidFill>
                <a:latin typeface="Arial"/>
              </a:rPr>
              <a:t>Click to add fourth-level text</a:t>
            </a:r>
          </a:p>
          <a:p>
            <a:pPr lvl="4"/>
            <a:r>
              <a:rPr sz="1800">
                <a:solidFill>
                  <a:srgbClr val="241635"/>
                </a:solidFill>
                <a:latin typeface="Arial"/>
              </a:rPr>
              <a:t>Click to add fifth-level text</a:t>
            </a:r>
          </a:p>
        </p:txBody>
      </p:sp>
      <p:sp>
        <p:nvSpPr>
          <p:cNvPr id="3" name="ICXR rectangular footer band">
            <a:extLst>
              <a:ext uri="{FF2B5EF4-FFF2-40B4-BE49-F238E27FC236}">
                <a16:creationId xmlns:a16="http://schemas.microsoft.com/office/drawing/2014/main" id="{02D5B995-E92E-B421-E07D-86FBD62A5C16}"/>
              </a:ext>
            </a:extLst>
          </p:cNvPr>
          <p:cNvSpPr/>
          <p:nvPr userDrawn="1"/>
        </p:nvSpPr>
        <p:spPr>
          <a:xfrm>
            <a:off x="0" y="6267450"/>
            <a:ext cx="12192000" cy="590550"/>
          </a:xfrm>
          <a:prstGeom prst="rect">
            <a:avLst/>
          </a:prstGeom>
          <a:gradFill rotWithShape="1">
            <a:gsLst>
              <a:gs pos="0">
                <a:srgbClr val="E5DFFA"/>
              </a:gs>
              <a:gs pos="50000">
                <a:srgbClr val="DCEAFB"/>
              </a:gs>
              <a:gs pos="100000">
                <a:srgbClr val="D9F5F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F51EAFE0-2BD2-DF62-A909-7820160841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/>
        </p:blipFill>
        <p:spPr>
          <a:xfrm>
            <a:off x="261938" y="6304597"/>
            <a:ext cx="1285875" cy="459105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F5EC40-50E5-206E-1DD3-F5F58CFE7648}"/>
              </a:ext>
            </a:extLst>
          </p:cNvPr>
          <p:cNvSpPr>
            <a:spLocks noGrp="1"/>
          </p:cNvSpPr>
          <p:nvPr>
            <p:ph type="ftr" sz="quarter" idx="11" hasCustomPrompt="1"/>
          </p:nvPr>
        </p:nvSpPr>
        <p:spPr>
          <a:xfrm>
            <a:off x="2428875" y="6400800"/>
            <a:ext cx="8239125" cy="2857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pPr>
            <a:r>
              <a:rPr sz="900" b="0" i="1">
                <a:solidFill>
                  <a:srgbClr val="35065B"/>
                </a:solidFill>
                <a:latin typeface="Arial"/>
              </a:rPr>
              <a:t>The Title of Your Paper With Arial Typeface, Regular Weight, Italic Style, 9 pt: Left Alignment, Vertical Centering, No Justification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F54053-3A2D-781B-25F3-438F8644FB4A}"/>
              </a:ext>
            </a:extLst>
          </p:cNvPr>
          <p:cNvSpPr>
            <a:spLocks noGrp="1"/>
          </p:cNvSpPr>
          <p:nvPr>
            <p:ph type="sldNum" sz="quarter" idx="12" hasCustomPrompt="1"/>
          </p:nvPr>
        </p:nvSpPr>
        <p:spPr>
          <a:xfrm>
            <a:off x="11498882" y="6419850"/>
            <a:ext cx="533400" cy="247650"/>
          </a:xfrm>
        </p:spPr>
        <p:txBody>
          <a:bodyPr anchor="t"/>
          <a:lstStyle>
            <a:lvl1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lvl1pPr>
          </a:lstStyle>
          <a:p>
            <a: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pPr>
            <a:r>
              <a:rPr sz="1200" b="0" i="0" dirty="0">
                <a:solidFill>
                  <a:srgbClr val="655D70"/>
                </a:solidFill>
                <a:latin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XR Two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32A91C8-8AF0-4B3B-A38C-557D3C2F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Titolo 1">
            <a:extLst>
              <a:ext uri="{FF2B5EF4-FFF2-40B4-BE49-F238E27FC236}">
                <a16:creationId xmlns:a16="http://schemas.microsoft.com/office/drawing/2014/main" id="{80B517CC-F7DE-3085-05A5-E9B9A452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742950"/>
            <a:ext cx="11096625" cy="952500"/>
          </a:xfrm>
        </p:spPr>
        <p:txBody>
          <a:bodyPr anchor="t"/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pPr>
            <a:r>
              <a:rPr sz="2800" b="1" i="0">
                <a:solidFill>
                  <a:srgbClr val="35065B"/>
                </a:solidFill>
                <a:latin typeface="Arial"/>
              </a:rPr>
              <a:t>A Short Slide Title With Arial Typeface, Bold Weight, 28 pt, Left Alignment, No Justification</a:t>
            </a:r>
          </a:p>
        </p:txBody>
      </p:sp>
      <p:sp>
        <p:nvSpPr>
          <p:cNvPr id="101" name="Segnaposto testo 2">
            <a:extLst>
              <a:ext uri="{FF2B5EF4-FFF2-40B4-BE49-F238E27FC236}">
                <a16:creationId xmlns:a16="http://schemas.microsoft.com/office/drawing/2014/main" id="{34C3B9CC-C18B-B100-F6BE-DC8D7B2CF55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905000"/>
            <a:ext cx="5157787" cy="952500"/>
          </a:xfrm>
        </p:spPr>
        <p:txBody>
          <a:bodyPr anchor="t"/>
          <a:lstStyle>
            <a:lvl1pPr marL="0" indent="0" algn="l">
              <a:buNone/>
              <a:defRPr sz="2400" b="1" i="0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2400" b="1" i="0">
                <a:solidFill>
                  <a:srgbClr val="35065B"/>
                </a:solidFill>
                <a:latin typeface="Arial"/>
              </a:defRPr>
            </a:pPr>
            <a:r>
              <a:rPr sz="2400" b="1" i="0">
                <a:solidFill>
                  <a:srgbClr val="35065B"/>
                </a:solidFill>
                <a:latin typeface="Arial"/>
              </a:rPr>
              <a:t>Section With Arial Typeface, Bold Weight, 24 pt</a:t>
            </a:r>
          </a:p>
        </p:txBody>
      </p:sp>
      <p:sp>
        <p:nvSpPr>
          <p:cNvPr id="102" name="Segnaposto contenuto 3">
            <a:extLst>
              <a:ext uri="{FF2B5EF4-FFF2-40B4-BE49-F238E27FC236}">
                <a16:creationId xmlns:a16="http://schemas.microsoft.com/office/drawing/2014/main" id="{BE0C7903-A7EF-E483-5C1F-E5E5CF904AB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3048000"/>
            <a:ext cx="5181600" cy="2714625"/>
          </a:xfrm>
        </p:spPr>
        <p:txBody>
          <a:bodyPr/>
          <a:lstStyle>
            <a:lvl1pPr marL="200000" indent="-200000" algn="l">
              <a:buChar char="•"/>
              <a:defRPr sz="2800">
                <a:solidFill>
                  <a:srgbClr val="241635"/>
                </a:solidFill>
                <a:latin typeface="Arial"/>
              </a:defRPr>
            </a:lvl1pPr>
            <a:lvl2pPr marL="460000" indent="-200000" algn="l">
              <a:buChar char="•"/>
              <a:defRPr sz="2400">
                <a:solidFill>
                  <a:srgbClr val="241635"/>
                </a:solidFill>
                <a:latin typeface="Arial"/>
              </a:defRPr>
            </a:lvl2pPr>
            <a:lvl3pPr marL="720000" indent="-200000" algn="l">
              <a:buChar char="•"/>
              <a:defRPr sz="2000">
                <a:solidFill>
                  <a:srgbClr val="241635"/>
                </a:solidFill>
                <a:latin typeface="Arial"/>
              </a:defRPr>
            </a:lvl3pPr>
            <a:lvl4pPr marL="98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4pPr>
            <a:lvl5pPr marL="124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5pPr>
          </a:lstStyle>
          <a:p>
            <a:pPr lvl="0"/>
            <a:r>
              <a:rPr sz="2800">
                <a:solidFill>
                  <a:srgbClr val="241635"/>
                </a:solidFill>
                <a:latin typeface="Arial"/>
              </a:rPr>
              <a:t>Click to add text</a:t>
            </a:r>
          </a:p>
          <a:p>
            <a:pPr lvl="1"/>
            <a:r>
              <a:rPr sz="2400">
                <a:solidFill>
                  <a:srgbClr val="241635"/>
                </a:solidFill>
                <a:latin typeface="Arial"/>
              </a:rPr>
              <a:t>Click to add second-level text</a:t>
            </a:r>
          </a:p>
          <a:p>
            <a:pPr lvl="2"/>
            <a:r>
              <a:rPr sz="2000">
                <a:solidFill>
                  <a:srgbClr val="241635"/>
                </a:solidFill>
                <a:latin typeface="Arial"/>
              </a:rPr>
              <a:t>Click to add third-level text</a:t>
            </a:r>
          </a:p>
          <a:p>
            <a:pPr lvl="3"/>
            <a:r>
              <a:rPr sz="1800">
                <a:solidFill>
                  <a:srgbClr val="241635"/>
                </a:solidFill>
                <a:latin typeface="Arial"/>
              </a:rPr>
              <a:t>Click to add fourth-level text</a:t>
            </a:r>
          </a:p>
          <a:p>
            <a:pPr lvl="4"/>
            <a:r>
              <a:rPr sz="1800">
                <a:solidFill>
                  <a:srgbClr val="241635"/>
                </a:solidFill>
                <a:latin typeface="Arial"/>
              </a:rPr>
              <a:t>Click to add fifth-level text</a:t>
            </a:r>
          </a:p>
        </p:txBody>
      </p:sp>
      <p:sp>
        <p:nvSpPr>
          <p:cNvPr id="103" name="Segnaposto testo 4">
            <a:extLst>
              <a:ext uri="{FF2B5EF4-FFF2-40B4-BE49-F238E27FC236}">
                <a16:creationId xmlns:a16="http://schemas.microsoft.com/office/drawing/2014/main" id="{5252EE58-A6CC-0D8E-AFAF-0854A02905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905000"/>
            <a:ext cx="5183188" cy="952500"/>
          </a:xfrm>
        </p:spPr>
        <p:txBody>
          <a:bodyPr anchor="t"/>
          <a:lstStyle>
            <a:lvl1pPr marL="0" indent="0" algn="l">
              <a:buNone/>
              <a:defRPr sz="2400" b="1" i="0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2400" b="1" i="0">
                <a:solidFill>
                  <a:srgbClr val="35065B"/>
                </a:solidFill>
                <a:latin typeface="Arial"/>
              </a:defRPr>
            </a:pPr>
            <a:r>
              <a:rPr sz="2400" b="1" i="0">
                <a:solidFill>
                  <a:srgbClr val="35065B"/>
                </a:solidFill>
                <a:latin typeface="Arial"/>
              </a:rPr>
              <a:t>Section With Arial Typeface, Bold Weight, 24 pt</a:t>
            </a:r>
          </a:p>
        </p:txBody>
      </p:sp>
      <p:sp>
        <p:nvSpPr>
          <p:cNvPr id="104" name="Segnaposto contenuto 5">
            <a:extLst>
              <a:ext uri="{FF2B5EF4-FFF2-40B4-BE49-F238E27FC236}">
                <a16:creationId xmlns:a16="http://schemas.microsoft.com/office/drawing/2014/main" id="{0B9B4D0B-841C-1EF8-6B40-FCA6934B451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3048000"/>
            <a:ext cx="5181600" cy="2714625"/>
          </a:xfrm>
        </p:spPr>
        <p:txBody>
          <a:bodyPr/>
          <a:lstStyle>
            <a:lvl1pPr marL="200000" indent="-200000" algn="l">
              <a:buChar char="•"/>
              <a:defRPr sz="2800">
                <a:solidFill>
                  <a:srgbClr val="241635"/>
                </a:solidFill>
                <a:latin typeface="Arial"/>
              </a:defRPr>
            </a:lvl1pPr>
            <a:lvl2pPr marL="460000" indent="-200000" algn="l">
              <a:buChar char="•"/>
              <a:defRPr sz="2400">
                <a:solidFill>
                  <a:srgbClr val="241635"/>
                </a:solidFill>
                <a:latin typeface="Arial"/>
              </a:defRPr>
            </a:lvl2pPr>
            <a:lvl3pPr marL="720000" indent="-200000" algn="l">
              <a:buChar char="•"/>
              <a:defRPr sz="2000">
                <a:solidFill>
                  <a:srgbClr val="241635"/>
                </a:solidFill>
                <a:latin typeface="Arial"/>
              </a:defRPr>
            </a:lvl3pPr>
            <a:lvl4pPr marL="98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4pPr>
            <a:lvl5pPr marL="124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5pPr>
          </a:lstStyle>
          <a:p>
            <a:pPr lvl="0"/>
            <a:r>
              <a:rPr sz="2800">
                <a:solidFill>
                  <a:srgbClr val="241635"/>
                </a:solidFill>
                <a:latin typeface="Arial"/>
              </a:rPr>
              <a:t>Click to add text</a:t>
            </a:r>
          </a:p>
          <a:p>
            <a:pPr lvl="1"/>
            <a:r>
              <a:rPr sz="2400">
                <a:solidFill>
                  <a:srgbClr val="241635"/>
                </a:solidFill>
                <a:latin typeface="Arial"/>
              </a:rPr>
              <a:t>Click to add second-level text</a:t>
            </a:r>
          </a:p>
          <a:p>
            <a:pPr lvl="2"/>
            <a:r>
              <a:rPr sz="2000">
                <a:solidFill>
                  <a:srgbClr val="241635"/>
                </a:solidFill>
                <a:latin typeface="Arial"/>
              </a:rPr>
              <a:t>Click to add third-level text</a:t>
            </a:r>
          </a:p>
          <a:p>
            <a:pPr lvl="3"/>
            <a:r>
              <a:rPr sz="1800">
                <a:solidFill>
                  <a:srgbClr val="241635"/>
                </a:solidFill>
                <a:latin typeface="Arial"/>
              </a:rPr>
              <a:t>Click to add fourth-level text</a:t>
            </a:r>
          </a:p>
          <a:p>
            <a:pPr lvl="4"/>
            <a:r>
              <a:rPr sz="1800">
                <a:solidFill>
                  <a:srgbClr val="241635"/>
                </a:solidFill>
                <a:latin typeface="Arial"/>
              </a:rPr>
              <a:t>Click to add fifth-level text</a:t>
            </a:r>
          </a:p>
        </p:txBody>
      </p:sp>
      <p:sp>
        <p:nvSpPr>
          <p:cNvPr id="3" name="ICXR rectangular footer band">
            <a:extLst>
              <a:ext uri="{FF2B5EF4-FFF2-40B4-BE49-F238E27FC236}">
                <a16:creationId xmlns:a16="http://schemas.microsoft.com/office/drawing/2014/main" id="{DBC99FF8-EC7F-474C-AB08-7893D8475BEC}"/>
              </a:ext>
            </a:extLst>
          </p:cNvPr>
          <p:cNvSpPr/>
          <p:nvPr userDrawn="1"/>
        </p:nvSpPr>
        <p:spPr>
          <a:xfrm>
            <a:off x="0" y="6267450"/>
            <a:ext cx="12192000" cy="590550"/>
          </a:xfrm>
          <a:prstGeom prst="rect">
            <a:avLst/>
          </a:prstGeom>
          <a:gradFill rotWithShape="1">
            <a:gsLst>
              <a:gs pos="0">
                <a:srgbClr val="E5DFFA"/>
              </a:gs>
              <a:gs pos="50000">
                <a:srgbClr val="DCEAFB"/>
              </a:gs>
              <a:gs pos="100000">
                <a:srgbClr val="D9F5F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31978B64-4F45-CD33-534B-23A7A9FA82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/>
        </p:blipFill>
        <p:spPr>
          <a:xfrm>
            <a:off x="261938" y="6304597"/>
            <a:ext cx="1285875" cy="459105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B076D6-8CAD-C8FB-2080-CBE13EC3935F}"/>
              </a:ext>
            </a:extLst>
          </p:cNvPr>
          <p:cNvSpPr>
            <a:spLocks noGrp="1"/>
          </p:cNvSpPr>
          <p:nvPr>
            <p:ph type="ftr" sz="quarter" idx="11" hasCustomPrompt="1"/>
          </p:nvPr>
        </p:nvSpPr>
        <p:spPr>
          <a:xfrm>
            <a:off x="2428875" y="6400800"/>
            <a:ext cx="8239125" cy="2857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pPr>
            <a:r>
              <a:rPr sz="900" b="0" i="1">
                <a:solidFill>
                  <a:srgbClr val="35065B"/>
                </a:solidFill>
                <a:latin typeface="Arial"/>
              </a:rPr>
              <a:t>The Title of Your Paper With Arial Typeface, Regular Weight, Italic Style, 9 pt: Left Alignment, Vertical Centering, No Justification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E67B3D5-CB23-4F78-D387-02F07548CEA5}"/>
              </a:ext>
            </a:extLst>
          </p:cNvPr>
          <p:cNvSpPr>
            <a:spLocks noGrp="1"/>
          </p:cNvSpPr>
          <p:nvPr>
            <p:ph type="sldNum" sz="quarter" idx="12" hasCustomPrompt="1"/>
          </p:nvPr>
        </p:nvSpPr>
        <p:spPr>
          <a:xfrm>
            <a:off x="11498882" y="6419850"/>
            <a:ext cx="533400" cy="247650"/>
          </a:xfrm>
        </p:spPr>
        <p:txBody>
          <a:bodyPr anchor="t"/>
          <a:lstStyle>
            <a:lvl1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lvl1pPr>
          </a:lstStyle>
          <a:p>
            <a: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pPr>
            <a:r>
              <a:rPr sz="1200" b="0" i="0" dirty="0">
                <a:solidFill>
                  <a:srgbClr val="655D70"/>
                </a:solidFill>
                <a:latin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XR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EBE6D0A2-3FBB-4F34-9D84-50E7699B6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Titolo 1">
            <a:extLst>
              <a:ext uri="{FF2B5EF4-FFF2-40B4-BE49-F238E27FC236}">
                <a16:creationId xmlns:a16="http://schemas.microsoft.com/office/drawing/2014/main" id="{3D7F7254-1CD4-0850-73E5-AE134A4B6E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095500"/>
            <a:ext cx="10287000" cy="1666875"/>
          </a:xfrm>
        </p:spPr>
        <p:txBody>
          <a:bodyPr anchor="t"/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pPr>
            <a:r>
              <a:rPr sz="2800" b="1" i="0">
                <a:solidFill>
                  <a:srgbClr val="35065B"/>
                </a:solidFill>
                <a:latin typeface="Arial"/>
              </a:rPr>
              <a:t>Name of the Section</a:t>
            </a:r>
          </a:p>
        </p:txBody>
      </p:sp>
      <p:sp>
        <p:nvSpPr>
          <p:cNvPr id="101" name="Segnaposto testo 2">
            <a:extLst>
              <a:ext uri="{FF2B5EF4-FFF2-40B4-BE49-F238E27FC236}">
                <a16:creationId xmlns:a16="http://schemas.microsoft.com/office/drawing/2014/main" id="{5BEF555C-9817-799A-1AEF-8D28426CB31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7700" y="4000500"/>
            <a:ext cx="10287000" cy="1428750"/>
          </a:xfrm>
        </p:spPr>
        <p:txBody>
          <a:bodyPr anchor="t"/>
          <a:lstStyle>
            <a:lvl1pPr marL="0" indent="0" algn="l">
              <a:buNone/>
              <a:defRPr sz="2400" b="0" i="0">
                <a:solidFill>
                  <a:srgbClr val="655D70"/>
                </a:solidFill>
                <a:latin typeface="Arial"/>
              </a:defRPr>
            </a:lvl1pPr>
          </a:lstStyle>
          <a:p>
            <a:pPr marL="0" indent="0" algn="l">
              <a:buNone/>
              <a:defRPr sz="2400" b="0" i="0">
                <a:solidFill>
                  <a:srgbClr val="655D70"/>
                </a:solidFill>
                <a:latin typeface="Arial"/>
              </a:defRPr>
            </a:pPr>
            <a:r>
              <a:rPr sz="2400" b="0" i="0">
                <a:solidFill>
                  <a:srgbClr val="655D70"/>
                </a:solidFill>
                <a:latin typeface="Arial"/>
              </a:rPr>
              <a:t>Very Short Subtitle of the Section, With Arial Typeface, Regular Weight, 24 pt, Left Alignment, No Justification</a:t>
            </a:r>
          </a:p>
        </p:txBody>
      </p:sp>
      <p:sp>
        <p:nvSpPr>
          <p:cNvPr id="3" name="ICXR rectangular footer band">
            <a:extLst>
              <a:ext uri="{FF2B5EF4-FFF2-40B4-BE49-F238E27FC236}">
                <a16:creationId xmlns:a16="http://schemas.microsoft.com/office/drawing/2014/main" id="{3A258E9B-F45E-5A82-DEC2-62BC63444A9F}"/>
              </a:ext>
            </a:extLst>
          </p:cNvPr>
          <p:cNvSpPr/>
          <p:nvPr userDrawn="1"/>
        </p:nvSpPr>
        <p:spPr>
          <a:xfrm>
            <a:off x="0" y="6267450"/>
            <a:ext cx="12192000" cy="590550"/>
          </a:xfrm>
          <a:prstGeom prst="rect">
            <a:avLst/>
          </a:prstGeom>
          <a:gradFill rotWithShape="1">
            <a:gsLst>
              <a:gs pos="0">
                <a:srgbClr val="E5DFFA"/>
              </a:gs>
              <a:gs pos="50000">
                <a:srgbClr val="DCEAFB"/>
              </a:gs>
              <a:gs pos="100000">
                <a:srgbClr val="D9F5F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047E4DDF-DF6B-66E9-4EBA-5CD71B80FB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/>
        </p:blipFill>
        <p:spPr>
          <a:xfrm>
            <a:off x="261938" y="6304597"/>
            <a:ext cx="1285875" cy="459105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D956FE-A26F-04BF-6410-9C99241828DA}"/>
              </a:ext>
            </a:extLst>
          </p:cNvPr>
          <p:cNvSpPr>
            <a:spLocks noGrp="1"/>
          </p:cNvSpPr>
          <p:nvPr>
            <p:ph type="ftr" sz="quarter" idx="11" hasCustomPrompt="1"/>
          </p:nvPr>
        </p:nvSpPr>
        <p:spPr>
          <a:xfrm>
            <a:off x="2428875" y="6400800"/>
            <a:ext cx="8239125" cy="2857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pPr>
            <a:r>
              <a:rPr sz="900" b="0" i="1">
                <a:solidFill>
                  <a:srgbClr val="35065B"/>
                </a:solidFill>
                <a:latin typeface="Arial"/>
              </a:rPr>
              <a:t>The Title of Your Paper With Arial Typeface, Regular Weight, Italic Style, 9 pt: Left Alignment, Vertical Centering, No Justification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02D31BA-2A07-4181-E95D-CDDCB40273E4}"/>
              </a:ext>
            </a:extLst>
          </p:cNvPr>
          <p:cNvSpPr>
            <a:spLocks noGrp="1"/>
          </p:cNvSpPr>
          <p:nvPr>
            <p:ph type="sldNum" sz="quarter" idx="12" hasCustomPrompt="1"/>
          </p:nvPr>
        </p:nvSpPr>
        <p:spPr>
          <a:xfrm>
            <a:off x="11498882" y="6419850"/>
            <a:ext cx="533400" cy="247650"/>
          </a:xfrm>
        </p:spPr>
        <p:txBody>
          <a:bodyPr anchor="t"/>
          <a:lstStyle>
            <a:lvl1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lvl1pPr>
          </a:lstStyle>
          <a:p>
            <a: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pPr>
            <a:r>
              <a:rPr sz="1200" b="0" i="0" dirty="0">
                <a:solidFill>
                  <a:srgbClr val="655D70"/>
                </a:solidFill>
                <a:latin typeface="Arial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XR Text and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6C0C971-EDAF-4386-8D1A-931CBF8A3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Titolo 1">
            <a:extLst>
              <a:ext uri="{FF2B5EF4-FFF2-40B4-BE49-F238E27FC236}">
                <a16:creationId xmlns:a16="http://schemas.microsoft.com/office/drawing/2014/main" id="{A409BD8D-9078-44FA-3F25-93E86EF245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742950"/>
            <a:ext cx="11096625" cy="952500"/>
          </a:xfrm>
        </p:spPr>
        <p:txBody>
          <a:bodyPr anchor="t"/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pPr>
            <a:r>
              <a:rPr sz="2800" b="1" i="0">
                <a:solidFill>
                  <a:srgbClr val="35065B"/>
                </a:solidFill>
                <a:latin typeface="Arial"/>
              </a:rPr>
              <a:t>A Short Slide Title With Arial Typeface, Bold Weight, 28 pt, Left Alignment, No Justification</a:t>
            </a:r>
          </a:p>
        </p:txBody>
      </p:sp>
      <p:sp>
        <p:nvSpPr>
          <p:cNvPr id="101" name="Segnaposto contenuto 2">
            <a:extLst>
              <a:ext uri="{FF2B5EF4-FFF2-40B4-BE49-F238E27FC236}">
                <a16:creationId xmlns:a16="http://schemas.microsoft.com/office/drawing/2014/main" id="{CABE8251-9D64-5993-8ED8-353E0EFCDBD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3400" y="1905000"/>
            <a:ext cx="11125200" cy="3857625"/>
          </a:xfrm>
        </p:spPr>
        <p:txBody>
          <a:bodyPr/>
          <a:lstStyle>
            <a:lvl1pPr marL="200000" indent="-200000" algn="l">
              <a:buChar char="•"/>
              <a:defRPr sz="2800">
                <a:solidFill>
                  <a:srgbClr val="241635"/>
                </a:solidFill>
                <a:latin typeface="Arial"/>
              </a:defRPr>
            </a:lvl1pPr>
            <a:lvl2pPr marL="460000" indent="-200000" algn="l">
              <a:buChar char="•"/>
              <a:defRPr sz="2400">
                <a:solidFill>
                  <a:srgbClr val="241635"/>
                </a:solidFill>
                <a:latin typeface="Arial"/>
              </a:defRPr>
            </a:lvl2pPr>
            <a:lvl3pPr marL="720000" indent="-200000" algn="l">
              <a:buChar char="•"/>
              <a:defRPr sz="2000">
                <a:solidFill>
                  <a:srgbClr val="241635"/>
                </a:solidFill>
                <a:latin typeface="Arial"/>
              </a:defRPr>
            </a:lvl3pPr>
            <a:lvl4pPr marL="98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4pPr>
            <a:lvl5pPr marL="124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5pPr>
          </a:lstStyle>
          <a:p>
            <a:pPr lvl="0"/>
            <a:r>
              <a:rPr sz="2800">
                <a:solidFill>
                  <a:srgbClr val="241635"/>
                </a:solidFill>
                <a:latin typeface="Arial"/>
              </a:rPr>
              <a:t>Click to add text</a:t>
            </a:r>
          </a:p>
          <a:p>
            <a:pPr lvl="1"/>
            <a:r>
              <a:rPr sz="2400">
                <a:solidFill>
                  <a:srgbClr val="241635"/>
                </a:solidFill>
                <a:latin typeface="Arial"/>
              </a:rPr>
              <a:t>Click to add second-level text</a:t>
            </a:r>
          </a:p>
          <a:p>
            <a:pPr lvl="2"/>
            <a:r>
              <a:rPr sz="2000">
                <a:solidFill>
                  <a:srgbClr val="241635"/>
                </a:solidFill>
                <a:latin typeface="Arial"/>
              </a:rPr>
              <a:t>Click to add third-level text</a:t>
            </a:r>
          </a:p>
          <a:p>
            <a:pPr lvl="3"/>
            <a:r>
              <a:rPr sz="1800">
                <a:solidFill>
                  <a:srgbClr val="241635"/>
                </a:solidFill>
                <a:latin typeface="Arial"/>
              </a:rPr>
              <a:t>Click to add fourth-level text</a:t>
            </a:r>
          </a:p>
          <a:p>
            <a:pPr lvl="4"/>
            <a:r>
              <a:rPr sz="1800">
                <a:solidFill>
                  <a:srgbClr val="241635"/>
                </a:solidFill>
                <a:latin typeface="Arial"/>
              </a:rPr>
              <a:t>Click to add fifth-level text</a:t>
            </a:r>
          </a:p>
        </p:txBody>
      </p:sp>
      <p:sp>
        <p:nvSpPr>
          <p:cNvPr id="9" name="ICXR rectangular footer band">
            <a:extLst>
              <a:ext uri="{FF2B5EF4-FFF2-40B4-BE49-F238E27FC236}">
                <a16:creationId xmlns:a16="http://schemas.microsoft.com/office/drawing/2014/main" id="{3B37EB4F-DEAE-4493-18FC-96E78841627F}"/>
              </a:ext>
            </a:extLst>
          </p:cNvPr>
          <p:cNvSpPr/>
          <p:nvPr userDrawn="1"/>
        </p:nvSpPr>
        <p:spPr>
          <a:xfrm>
            <a:off x="0" y="6267450"/>
            <a:ext cx="12192000" cy="590550"/>
          </a:xfrm>
          <a:prstGeom prst="rect">
            <a:avLst/>
          </a:prstGeom>
          <a:gradFill rotWithShape="1">
            <a:gsLst>
              <a:gs pos="0">
                <a:srgbClr val="E5DFFA"/>
              </a:gs>
              <a:gs pos="50000">
                <a:srgbClr val="DCEAFB"/>
              </a:gs>
              <a:gs pos="100000">
                <a:srgbClr val="D9F5F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4C28FE97-DC0F-605A-97BD-A3D0ADF304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/>
        </p:blipFill>
        <p:spPr>
          <a:xfrm>
            <a:off x="261938" y="6304597"/>
            <a:ext cx="1285875" cy="459105"/>
          </a:xfrm>
          <a:prstGeom prst="rect">
            <a:avLst/>
          </a:prstGeom>
        </p:spPr>
      </p:pic>
      <p:sp>
        <p:nvSpPr>
          <p:cNvPr id="12" name="Segnaposto piè di pagina 4">
            <a:extLst>
              <a:ext uri="{FF2B5EF4-FFF2-40B4-BE49-F238E27FC236}">
                <a16:creationId xmlns:a16="http://schemas.microsoft.com/office/drawing/2014/main" id="{1A2515F7-AC55-7666-25B7-7F8F521E50B5}"/>
              </a:ext>
            </a:extLst>
          </p:cNvPr>
          <p:cNvSpPr>
            <a:spLocks noGrp="1"/>
          </p:cNvSpPr>
          <p:nvPr>
            <p:ph type="ftr" sz="quarter" idx="11" hasCustomPrompt="1"/>
          </p:nvPr>
        </p:nvSpPr>
        <p:spPr>
          <a:xfrm>
            <a:off x="2428875" y="6400800"/>
            <a:ext cx="8239125" cy="2857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pPr>
            <a:r>
              <a:rPr sz="900" b="0" i="1">
                <a:solidFill>
                  <a:srgbClr val="35065B"/>
                </a:solidFill>
                <a:latin typeface="Arial"/>
              </a:rPr>
              <a:t>The Title of Your Paper With Arial Typeface, Regular Weight, Italic Style, 9 pt: Left Alignment, Vertical Centering, No Justification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EE67F48B-4EC9-C8A6-1FEA-D080A53C8DF2}"/>
              </a:ext>
            </a:extLst>
          </p:cNvPr>
          <p:cNvSpPr>
            <a:spLocks noGrp="1"/>
          </p:cNvSpPr>
          <p:nvPr>
            <p:ph type="sldNum" sz="quarter" idx="12" hasCustomPrompt="1"/>
          </p:nvPr>
        </p:nvSpPr>
        <p:spPr>
          <a:xfrm>
            <a:off x="11498882" y="6419850"/>
            <a:ext cx="533400" cy="247650"/>
          </a:xfrm>
        </p:spPr>
        <p:txBody>
          <a:bodyPr anchor="t"/>
          <a:lstStyle>
            <a:lvl1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lvl1pPr>
          </a:lstStyle>
          <a:p>
            <a: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pPr>
            <a:r>
              <a:rPr sz="1200" b="0" i="0" dirty="0">
                <a:solidFill>
                  <a:srgbClr val="655D70"/>
                </a:solidFill>
                <a:latin typeface="Arial"/>
              </a:rPr>
              <a:t>‹#›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XR Thanks and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24A0542-1116-400B-8165-97C00D76A6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形 1">
            <a:extLst>
              <a:ext uri="{FF2B5EF4-FFF2-40B4-BE49-F238E27FC236}">
                <a16:creationId xmlns:a16="http://schemas.microsoft.com/office/drawing/2014/main" id="{2DAF5D48-D61B-47D5-85A9-18B52CB19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38125"/>
            <a:ext cx="2095500" cy="747395"/>
          </a:xfrm>
          <a:prstGeom prst="rect">
            <a:avLst/>
          </a:prstGeom>
        </p:spPr>
      </p:pic>
      <p:sp>
        <p:nvSpPr>
          <p:cNvPr id="100" name="Footer Placeholder 2">
            <a:extLst>
              <a:ext uri="{FF2B5EF4-FFF2-40B4-BE49-F238E27FC236}">
                <a16:creationId xmlns:a16="http://schemas.microsoft.com/office/drawing/2014/main" id="{5CF053A2-FD81-4DE9-3ABB-0BD8BCF9B798}"/>
              </a:ext>
            </a:extLst>
          </p:cNvPr>
          <p:cNvSpPr>
            <a:spLocks noGrp="1"/>
          </p:cNvSpPr>
          <p:nvPr>
            <p:ph type="ftr" sz="quarter" idx="10" hasCustomPrompt="1"/>
          </p:nvPr>
        </p:nvSpPr>
        <p:spPr>
          <a:xfrm>
            <a:off x="495300" y="6200775"/>
            <a:ext cx="9715500" cy="3333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900" b="0" i="1">
                <a:solidFill>
                  <a:srgbClr val="655D70"/>
                </a:solidFill>
                <a:latin typeface="Arial"/>
              </a:defRPr>
            </a:lvl1pPr>
          </a:lstStyle>
          <a:p>
            <a:pPr marL="0" indent="0" algn="l">
              <a:buNone/>
              <a:defRPr sz="900" b="0" i="1">
                <a:solidFill>
                  <a:srgbClr val="655D70"/>
                </a:solidFill>
                <a:latin typeface="Arial"/>
              </a:defRPr>
            </a:pPr>
            <a:r>
              <a:rPr sz="900" b="0" i="1">
                <a:solidFill>
                  <a:srgbClr val="655D70"/>
                </a:solidFill>
                <a:latin typeface="Arial"/>
              </a:rPr>
              <a:t>The Title of Your Paper With Arial Typeface, Regular Weight, Italic Style, 9 pt: Left Alignment, Vertical Centering, No Justification</a:t>
            </a:r>
          </a:p>
        </p:txBody>
      </p:sp>
      <p:sp>
        <p:nvSpPr>
          <p:cNvPr id="101" name="Segnaposto numero diapositiva 8">
            <a:extLst>
              <a:ext uri="{FF2B5EF4-FFF2-40B4-BE49-F238E27FC236}">
                <a16:creationId xmlns:a16="http://schemas.microsoft.com/office/drawing/2014/main" id="{179F1E30-BDAC-1679-EC9F-6859451BA9ED}"/>
              </a:ext>
            </a:extLst>
          </p:cNvPr>
          <p:cNvSpPr>
            <a:spLocks noGrp="1"/>
          </p:cNvSpPr>
          <p:nvPr>
            <p:ph type="sldNum" sz="quarter" idx="12" hasCustomPrompt="1"/>
          </p:nvPr>
        </p:nvSpPr>
        <p:spPr>
          <a:xfrm>
            <a:off x="11144250" y="6210300"/>
            <a:ext cx="533400" cy="228600"/>
          </a:xfrm>
        </p:spPr>
        <p:txBody>
          <a:bodyPr anchor="t"/>
          <a:lstStyle>
            <a:lvl1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lvl1pPr>
          </a:lstStyle>
          <a:p>
            <a: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pPr>
            <a:r>
              <a:rPr sz="1200" b="0" i="0">
                <a:solidFill>
                  <a:srgbClr val="655D70"/>
                </a:solidFill>
                <a:latin typeface="Arial"/>
              </a:rPr>
              <a:t>‹#›</a:t>
            </a:r>
          </a:p>
        </p:txBody>
      </p:sp>
      <p:sp>
        <p:nvSpPr>
          <p:cNvPr id="102" name="Text Placeholder 16">
            <a:extLst>
              <a:ext uri="{FF2B5EF4-FFF2-40B4-BE49-F238E27FC236}">
                <a16:creationId xmlns:a16="http://schemas.microsoft.com/office/drawing/2014/main" id="{D93DC2EB-D411-BA11-B1D5-FF0F97D466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143125"/>
            <a:ext cx="7620000" cy="1524000"/>
          </a:xfrm>
        </p:spPr>
        <p:txBody>
          <a:bodyPr anchor="t"/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pPr>
            <a:r>
              <a:rPr sz="2800" b="1" i="0">
                <a:solidFill>
                  <a:srgbClr val="35065B"/>
                </a:solidFill>
                <a:latin typeface="Arial"/>
              </a:rPr>
              <a:t>Thanks for your attention!
Do you have any questions?</a:t>
            </a:r>
          </a:p>
        </p:txBody>
      </p:sp>
      <p:sp>
        <p:nvSpPr>
          <p:cNvPr id="190" name="Footer Placeholder 2">
            <a:extLst>
              <a:ext uri="{FF2B5EF4-FFF2-40B4-BE49-F238E27FC236}">
                <a16:creationId xmlns:a16="http://schemas.microsoft.com/office/drawing/2014/main" id="{5CF053A2-FD81-4DE9-3ABB-0BD8BCF9B7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7700" y="4333875"/>
            <a:ext cx="6953250" cy="11430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 b="0" i="0">
                <a:solidFill>
                  <a:srgbClr val="655D70"/>
                </a:solidFill>
                <a:latin typeface="Arial"/>
              </a:defRPr>
            </a:lvl1pPr>
          </a:lstStyle>
          <a:p>
            <a:pPr marL="0" indent="0" algn="l">
              <a:buNone/>
              <a:defRPr sz="1800" b="0" i="0">
                <a:solidFill>
                  <a:srgbClr val="655D70"/>
                </a:solidFill>
                <a:latin typeface="Arial"/>
              </a:defRPr>
            </a:pPr>
            <a:r>
              <a:rPr sz="1800" b="0" i="0">
                <a:solidFill>
                  <a:srgbClr val="655D70"/>
                </a:solidFill>
                <a:latin typeface="Arial"/>
              </a:rPr>
              <a:t>Presenter Name · Institution
Contact email / project URL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olo 1">
            <a:extLst>
              <a:ext uri="{FF2B5EF4-FFF2-40B4-BE49-F238E27FC236}">
                <a16:creationId xmlns:a16="http://schemas.microsoft.com/office/drawing/2014/main" id="{BA786792-C22F-2078-7AF7-9235CAC55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857375"/>
            <a:ext cx="7810500" cy="2095500"/>
          </a:xfrm>
        </p:spPr>
        <p:txBody>
          <a:bodyPr anchor="ctr"/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endParaRPr dirty="0"/>
          </a:p>
        </p:txBody>
      </p:sp>
      <p:sp>
        <p:nvSpPr>
          <p:cNvPr id="101" name="Sottotitolo 2">
            <a:extLst>
              <a:ext uri="{FF2B5EF4-FFF2-40B4-BE49-F238E27FC236}">
                <a16:creationId xmlns:a16="http://schemas.microsoft.com/office/drawing/2014/main" id="{5CBD34D3-2703-5903-927D-CEE6C2A6A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4191000"/>
            <a:ext cx="7524750" cy="1381125"/>
          </a:xfrm>
        </p:spPr>
        <p:txBody>
          <a:bodyPr anchor="t"/>
          <a:lstStyle>
            <a:lvl1pPr marL="0" indent="0" algn="l">
              <a:buNone/>
              <a:defRPr sz="1800" b="0" i="0">
                <a:solidFill>
                  <a:srgbClr val="655D70"/>
                </a:solidFill>
                <a:latin typeface="Arial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705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gnaposto contenuto 2">
            <a:extLst>
              <a:ext uri="{FF2B5EF4-FFF2-40B4-BE49-F238E27FC236}">
                <a16:creationId xmlns:a16="http://schemas.microsoft.com/office/drawing/2014/main" id="{CABE8251-9D64-5993-8ED8-353E0EFCD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905000"/>
            <a:ext cx="11125200" cy="3857625"/>
          </a:xfrm>
        </p:spPr>
        <p:txBody>
          <a:bodyPr/>
          <a:lstStyle>
            <a:lvl1pPr marL="200000" indent="-200000" algn="l">
              <a:buChar char="•"/>
              <a:defRPr sz="2800">
                <a:solidFill>
                  <a:srgbClr val="241635"/>
                </a:solidFill>
                <a:latin typeface="Arial"/>
              </a:defRPr>
            </a:lvl1pPr>
            <a:lvl2pPr marL="460000" indent="-200000" algn="l">
              <a:buChar char="•"/>
              <a:defRPr sz="2400">
                <a:solidFill>
                  <a:srgbClr val="241635"/>
                </a:solidFill>
                <a:latin typeface="Arial"/>
              </a:defRPr>
            </a:lvl2pPr>
            <a:lvl3pPr marL="720000" indent="-200000" algn="l">
              <a:buChar char="•"/>
              <a:defRPr sz="2000">
                <a:solidFill>
                  <a:srgbClr val="241635"/>
                </a:solidFill>
                <a:latin typeface="Arial"/>
              </a:defRPr>
            </a:lvl3pPr>
            <a:lvl4pPr marL="98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4pPr>
            <a:lvl5pPr marL="124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5pPr>
          </a:lstStyle>
          <a:p>
            <a:endParaRPr dirty="0"/>
          </a:p>
        </p:txBody>
      </p:sp>
      <p:sp>
        <p:nvSpPr>
          <p:cNvPr id="101" name="Segnaposto piè di pagina 4">
            <a:extLst>
              <a:ext uri="{FF2B5EF4-FFF2-40B4-BE49-F238E27FC236}">
                <a16:creationId xmlns:a16="http://schemas.microsoft.com/office/drawing/2014/main" id="{A9AD74C3-EAB2-B9FB-45DB-DC728B8A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28875" y="6400800"/>
            <a:ext cx="8239125" cy="2857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  <p:sp>
        <p:nvSpPr>
          <p:cNvPr id="102" name="Segnaposto numero diapositiva 5">
            <a:extLst>
              <a:ext uri="{FF2B5EF4-FFF2-40B4-BE49-F238E27FC236}">
                <a16:creationId xmlns:a16="http://schemas.microsoft.com/office/drawing/2014/main" id="{B0879122-EA06-7526-0FF9-7281FD66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4250" y="6410325"/>
            <a:ext cx="533400" cy="247650"/>
          </a:xfrm>
        </p:spPr>
        <p:txBody>
          <a:bodyPr anchor="t"/>
          <a:lstStyle>
            <a:lvl1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lvl1pPr>
          </a:lstStyle>
          <a:p>
            <a:pPr>
              <a:defRPr sz="1200"/>
            </a:pPr>
            <a:fld id="{00000000-0000-4000-8000-000000000002}" type="slidenum">
              <a:rPr sz="1200"/>
              <a:t>2</a:t>
            </a:fld>
            <a:endParaRPr sz="1200"/>
          </a:p>
        </p:txBody>
      </p:sp>
      <p:sp>
        <p:nvSpPr>
          <p:cNvPr id="103" name="Segnaposto titolo 1">
            <a:extLst>
              <a:ext uri="{FF2B5EF4-FFF2-40B4-BE49-F238E27FC236}">
                <a16:creationId xmlns:a16="http://schemas.microsoft.com/office/drawing/2014/main" id="{CE1426DB-032E-9C74-B4FB-9E1A9D97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742950"/>
            <a:ext cx="11096625" cy="952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6413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olo 1">
            <a:extLst>
              <a:ext uri="{FF2B5EF4-FFF2-40B4-BE49-F238E27FC236}">
                <a16:creationId xmlns:a16="http://schemas.microsoft.com/office/drawing/2014/main" id="{8115C982-65E2-27EB-1DD0-F445E7F5F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742950"/>
            <a:ext cx="11096625" cy="952500"/>
          </a:xfrm>
        </p:spPr>
        <p:txBody>
          <a:bodyPr anchor="t"/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  <p:sp>
        <p:nvSpPr>
          <p:cNvPr id="101" name="Segnaposto contenuto 2">
            <a:extLst>
              <a:ext uri="{FF2B5EF4-FFF2-40B4-BE49-F238E27FC236}">
                <a16:creationId xmlns:a16="http://schemas.microsoft.com/office/drawing/2014/main" id="{8697A89E-FFA4-2284-032E-0824A82B2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1905000"/>
            <a:ext cx="5400675" cy="3905250"/>
          </a:xfrm>
        </p:spPr>
        <p:txBody>
          <a:bodyPr/>
          <a:lstStyle>
            <a:lvl1pPr marL="200000" indent="-200000" algn="l">
              <a:buChar char="•"/>
              <a:defRPr sz="2800">
                <a:solidFill>
                  <a:srgbClr val="241635"/>
                </a:solidFill>
                <a:latin typeface="Arial"/>
              </a:defRPr>
            </a:lvl1pPr>
            <a:lvl2pPr marL="460000" indent="-200000" algn="l">
              <a:buChar char="•"/>
              <a:defRPr sz="2400">
                <a:solidFill>
                  <a:srgbClr val="241635"/>
                </a:solidFill>
                <a:latin typeface="Arial"/>
              </a:defRPr>
            </a:lvl2pPr>
            <a:lvl3pPr marL="720000" indent="-200000" algn="l">
              <a:buChar char="•"/>
              <a:defRPr sz="2000">
                <a:solidFill>
                  <a:srgbClr val="241635"/>
                </a:solidFill>
                <a:latin typeface="Arial"/>
              </a:defRPr>
            </a:lvl3pPr>
            <a:lvl4pPr marL="98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4pPr>
            <a:lvl5pPr marL="124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5pPr>
          </a:lstStyle>
          <a:p>
            <a:endParaRPr/>
          </a:p>
        </p:txBody>
      </p:sp>
      <p:sp>
        <p:nvSpPr>
          <p:cNvPr id="102" name="Segnaposto contenuto 3">
            <a:extLst>
              <a:ext uri="{FF2B5EF4-FFF2-40B4-BE49-F238E27FC236}">
                <a16:creationId xmlns:a16="http://schemas.microsoft.com/office/drawing/2014/main" id="{47003A87-C130-EE3D-09E3-A3D1E45A5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5" y="1905000"/>
            <a:ext cx="5400675" cy="3905250"/>
          </a:xfrm>
        </p:spPr>
        <p:txBody>
          <a:bodyPr/>
          <a:lstStyle>
            <a:lvl1pPr marL="200000" indent="-200000" algn="l">
              <a:buChar char="•"/>
              <a:defRPr sz="2800">
                <a:solidFill>
                  <a:srgbClr val="241635"/>
                </a:solidFill>
                <a:latin typeface="Arial"/>
              </a:defRPr>
            </a:lvl1pPr>
            <a:lvl2pPr marL="460000" indent="-200000" algn="l">
              <a:buChar char="•"/>
              <a:defRPr sz="2400">
                <a:solidFill>
                  <a:srgbClr val="241635"/>
                </a:solidFill>
                <a:latin typeface="Arial"/>
              </a:defRPr>
            </a:lvl2pPr>
            <a:lvl3pPr marL="720000" indent="-200000" algn="l">
              <a:buChar char="•"/>
              <a:defRPr sz="2000">
                <a:solidFill>
                  <a:srgbClr val="241635"/>
                </a:solidFill>
                <a:latin typeface="Arial"/>
              </a:defRPr>
            </a:lvl3pPr>
            <a:lvl4pPr marL="98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4pPr>
            <a:lvl5pPr marL="124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5pPr>
          </a:lstStyle>
          <a:p>
            <a:endParaRPr/>
          </a:p>
        </p:txBody>
      </p:sp>
      <p:sp>
        <p:nvSpPr>
          <p:cNvPr id="103" name="Segnaposto numero diapositiva 6">
            <a:extLst>
              <a:ext uri="{FF2B5EF4-FFF2-40B4-BE49-F238E27FC236}">
                <a16:creationId xmlns:a16="http://schemas.microsoft.com/office/drawing/2014/main" id="{03838491-305E-85EF-9DF5-1A42DAB0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4250" y="6410325"/>
            <a:ext cx="533400" cy="247650"/>
          </a:xfrm>
        </p:spPr>
        <p:txBody>
          <a:bodyPr anchor="t"/>
          <a:lstStyle>
            <a:lvl1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lvl1pPr>
          </a:lstStyle>
          <a:p>
            <a:pPr>
              <a:defRPr sz="1200"/>
            </a:pPr>
            <a:fld id="{00000000-0000-4000-8000-000000000003}" type="slidenum">
              <a:rPr sz="1200"/>
              <a:t>3</a:t>
            </a:fld>
            <a:endParaRPr sz="1200"/>
          </a:p>
        </p:txBody>
      </p:sp>
      <p:sp>
        <p:nvSpPr>
          <p:cNvPr id="104" name="Segnaposto piè di pagina 4">
            <a:extLst>
              <a:ext uri="{FF2B5EF4-FFF2-40B4-BE49-F238E27FC236}">
                <a16:creationId xmlns:a16="http://schemas.microsoft.com/office/drawing/2014/main" id="{3CCC01F0-ABEC-3EA7-D7E6-889073651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28875" y="6400800"/>
            <a:ext cx="8239125" cy="2857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5072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olo 1">
            <a:extLst>
              <a:ext uri="{FF2B5EF4-FFF2-40B4-BE49-F238E27FC236}">
                <a16:creationId xmlns:a16="http://schemas.microsoft.com/office/drawing/2014/main" id="{80B517CC-F7DE-3085-05A5-E9B9A452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742950"/>
            <a:ext cx="11096625" cy="952500"/>
          </a:xfrm>
        </p:spPr>
        <p:txBody>
          <a:bodyPr anchor="t"/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  <p:sp>
        <p:nvSpPr>
          <p:cNvPr id="101" name="Segnaposto testo 2">
            <a:extLst>
              <a:ext uri="{FF2B5EF4-FFF2-40B4-BE49-F238E27FC236}">
                <a16:creationId xmlns:a16="http://schemas.microsoft.com/office/drawing/2014/main" id="{34C3B9CC-C18B-B100-F6BE-DC8D7B2CF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05000"/>
            <a:ext cx="5157787" cy="952500"/>
          </a:xfrm>
        </p:spPr>
        <p:txBody>
          <a:bodyPr anchor="t"/>
          <a:lstStyle>
            <a:lvl1pPr marL="0" indent="0" algn="l">
              <a:buNone/>
              <a:defRPr sz="2400" b="1" i="0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  <p:sp>
        <p:nvSpPr>
          <p:cNvPr id="102" name="Segnaposto contenuto 3">
            <a:extLst>
              <a:ext uri="{FF2B5EF4-FFF2-40B4-BE49-F238E27FC236}">
                <a16:creationId xmlns:a16="http://schemas.microsoft.com/office/drawing/2014/main" id="{BE0C7903-A7EF-E483-5C1F-E5E5CF904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048000"/>
            <a:ext cx="5181600" cy="2714625"/>
          </a:xfrm>
        </p:spPr>
        <p:txBody>
          <a:bodyPr/>
          <a:lstStyle>
            <a:lvl1pPr marL="200000" indent="-200000" algn="l">
              <a:buChar char="•"/>
              <a:defRPr sz="2800">
                <a:solidFill>
                  <a:srgbClr val="241635"/>
                </a:solidFill>
                <a:latin typeface="Arial"/>
              </a:defRPr>
            </a:lvl1pPr>
            <a:lvl2pPr marL="460000" indent="-200000" algn="l">
              <a:buChar char="•"/>
              <a:defRPr sz="2400">
                <a:solidFill>
                  <a:srgbClr val="241635"/>
                </a:solidFill>
                <a:latin typeface="Arial"/>
              </a:defRPr>
            </a:lvl2pPr>
            <a:lvl3pPr marL="720000" indent="-200000" algn="l">
              <a:buChar char="•"/>
              <a:defRPr sz="2000">
                <a:solidFill>
                  <a:srgbClr val="241635"/>
                </a:solidFill>
                <a:latin typeface="Arial"/>
              </a:defRPr>
            </a:lvl3pPr>
            <a:lvl4pPr marL="98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4pPr>
            <a:lvl5pPr marL="124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5pPr>
          </a:lstStyle>
          <a:p>
            <a:endParaRPr/>
          </a:p>
        </p:txBody>
      </p:sp>
      <p:sp>
        <p:nvSpPr>
          <p:cNvPr id="103" name="Segnaposto testo 4">
            <a:extLst>
              <a:ext uri="{FF2B5EF4-FFF2-40B4-BE49-F238E27FC236}">
                <a16:creationId xmlns:a16="http://schemas.microsoft.com/office/drawing/2014/main" id="{5252EE58-A6CC-0D8E-AFAF-0854A02905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05000"/>
            <a:ext cx="5183188" cy="952500"/>
          </a:xfrm>
        </p:spPr>
        <p:txBody>
          <a:bodyPr anchor="t"/>
          <a:lstStyle>
            <a:lvl1pPr marL="0" indent="0" algn="l">
              <a:buNone/>
              <a:defRPr sz="2400" b="1" i="0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  <p:sp>
        <p:nvSpPr>
          <p:cNvPr id="104" name="Segnaposto contenuto 5">
            <a:extLst>
              <a:ext uri="{FF2B5EF4-FFF2-40B4-BE49-F238E27FC236}">
                <a16:creationId xmlns:a16="http://schemas.microsoft.com/office/drawing/2014/main" id="{0B9B4D0B-841C-1EF8-6B40-FCA6934B4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5181600" cy="2714625"/>
          </a:xfrm>
        </p:spPr>
        <p:txBody>
          <a:bodyPr/>
          <a:lstStyle>
            <a:lvl1pPr marL="200000" indent="-200000" algn="l">
              <a:buChar char="•"/>
              <a:defRPr sz="2800">
                <a:solidFill>
                  <a:srgbClr val="241635"/>
                </a:solidFill>
                <a:latin typeface="Arial"/>
              </a:defRPr>
            </a:lvl1pPr>
            <a:lvl2pPr marL="460000" indent="-200000" algn="l">
              <a:buChar char="•"/>
              <a:defRPr sz="2400">
                <a:solidFill>
                  <a:srgbClr val="241635"/>
                </a:solidFill>
                <a:latin typeface="Arial"/>
              </a:defRPr>
            </a:lvl2pPr>
            <a:lvl3pPr marL="720000" indent="-200000" algn="l">
              <a:buChar char="•"/>
              <a:defRPr sz="2000">
                <a:solidFill>
                  <a:srgbClr val="241635"/>
                </a:solidFill>
                <a:latin typeface="Arial"/>
              </a:defRPr>
            </a:lvl3pPr>
            <a:lvl4pPr marL="98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4pPr>
            <a:lvl5pPr marL="124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5pPr>
          </a:lstStyle>
          <a:p>
            <a:endParaRPr/>
          </a:p>
        </p:txBody>
      </p:sp>
      <p:sp>
        <p:nvSpPr>
          <p:cNvPr id="105" name="Segnaposto numero diapositiva 8">
            <a:extLst>
              <a:ext uri="{FF2B5EF4-FFF2-40B4-BE49-F238E27FC236}">
                <a16:creationId xmlns:a16="http://schemas.microsoft.com/office/drawing/2014/main" id="{01ECC19F-AAC0-C132-CDAC-A983C4DDC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4250" y="6410325"/>
            <a:ext cx="533400" cy="247650"/>
          </a:xfrm>
        </p:spPr>
        <p:txBody>
          <a:bodyPr anchor="t"/>
          <a:lstStyle>
            <a:lvl1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lvl1pPr>
          </a:lstStyle>
          <a:p>
            <a:pPr>
              <a:defRPr sz="1200"/>
            </a:pPr>
            <a:fld id="{00000000-0000-4000-8000-000000000004}" type="slidenum">
              <a:rPr sz="1200"/>
              <a:t>4</a:t>
            </a:fld>
            <a:endParaRPr sz="1200"/>
          </a:p>
        </p:txBody>
      </p:sp>
      <p:sp>
        <p:nvSpPr>
          <p:cNvPr id="106" name="Segnaposto piè di pagina 4">
            <a:extLst>
              <a:ext uri="{FF2B5EF4-FFF2-40B4-BE49-F238E27FC236}">
                <a16:creationId xmlns:a16="http://schemas.microsoft.com/office/drawing/2014/main" id="{593DFCF8-B1FE-07A1-F3D5-B2C08F97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28875" y="6400800"/>
            <a:ext cx="8239125" cy="2857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3049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olo 1">
            <a:extLst>
              <a:ext uri="{FF2B5EF4-FFF2-40B4-BE49-F238E27FC236}">
                <a16:creationId xmlns:a16="http://schemas.microsoft.com/office/drawing/2014/main" id="{3D7F7254-1CD4-0850-73E5-AE134A4B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95500"/>
            <a:ext cx="10287000" cy="1666875"/>
          </a:xfrm>
        </p:spPr>
        <p:txBody>
          <a:bodyPr anchor="t"/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  <p:sp>
        <p:nvSpPr>
          <p:cNvPr id="101" name="Segnaposto testo 2">
            <a:extLst>
              <a:ext uri="{FF2B5EF4-FFF2-40B4-BE49-F238E27FC236}">
                <a16:creationId xmlns:a16="http://schemas.microsoft.com/office/drawing/2014/main" id="{5BEF555C-9817-799A-1AEF-8D28426CB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00" y="4000500"/>
            <a:ext cx="10287000" cy="1428750"/>
          </a:xfrm>
        </p:spPr>
        <p:txBody>
          <a:bodyPr anchor="t"/>
          <a:lstStyle>
            <a:lvl1pPr marL="0" indent="0" algn="l">
              <a:buNone/>
              <a:defRPr sz="2400" b="0" i="0">
                <a:solidFill>
                  <a:srgbClr val="655D70"/>
                </a:solidFill>
                <a:latin typeface="Arial"/>
              </a:defRPr>
            </a:lvl1pPr>
          </a:lstStyle>
          <a:p>
            <a:endParaRPr/>
          </a:p>
        </p:txBody>
      </p:sp>
      <p:sp>
        <p:nvSpPr>
          <p:cNvPr id="102" name="Segnaposto numero diapositiva 5">
            <a:extLst>
              <a:ext uri="{FF2B5EF4-FFF2-40B4-BE49-F238E27FC236}">
                <a16:creationId xmlns:a16="http://schemas.microsoft.com/office/drawing/2014/main" id="{45B69F15-C9E0-F8D3-A8D9-20511A93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4250" y="6410325"/>
            <a:ext cx="533400" cy="247650"/>
          </a:xfrm>
        </p:spPr>
        <p:txBody>
          <a:bodyPr anchor="t"/>
          <a:lstStyle>
            <a:lvl1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lvl1pPr>
          </a:lstStyle>
          <a:p>
            <a:pPr>
              <a:defRPr sz="1200"/>
            </a:pPr>
            <a:fld id="{00000000-0000-4000-8000-000000000005}" type="slidenum">
              <a:rPr sz="1200"/>
              <a:t>5</a:t>
            </a:fld>
            <a:endParaRPr sz="1200"/>
          </a:p>
        </p:txBody>
      </p:sp>
      <p:sp>
        <p:nvSpPr>
          <p:cNvPr id="103" name="Segnaposto piè di pagina 4">
            <a:extLst>
              <a:ext uri="{FF2B5EF4-FFF2-40B4-BE49-F238E27FC236}">
                <a16:creationId xmlns:a16="http://schemas.microsoft.com/office/drawing/2014/main" id="{AFC5EEDD-D4EC-5D85-E6C0-9E3FB7BAF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28875" y="6400800"/>
            <a:ext cx="8239125" cy="2857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539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olo 1">
            <a:extLst>
              <a:ext uri="{FF2B5EF4-FFF2-40B4-BE49-F238E27FC236}">
                <a16:creationId xmlns:a16="http://schemas.microsoft.com/office/drawing/2014/main" id="{A409BD8D-9078-44FA-3F25-93E86EF24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742950"/>
            <a:ext cx="11096625" cy="952500"/>
          </a:xfrm>
        </p:spPr>
        <p:txBody>
          <a:bodyPr anchor="t"/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  <p:sp>
        <p:nvSpPr>
          <p:cNvPr id="101" name="Segnaposto contenuto 2">
            <a:extLst>
              <a:ext uri="{FF2B5EF4-FFF2-40B4-BE49-F238E27FC236}">
                <a16:creationId xmlns:a16="http://schemas.microsoft.com/office/drawing/2014/main" id="{CABE8251-9D64-5993-8ED8-353E0EFCD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905000"/>
            <a:ext cx="11125200" cy="3857625"/>
          </a:xfrm>
        </p:spPr>
        <p:txBody>
          <a:bodyPr/>
          <a:lstStyle>
            <a:lvl1pPr marL="200000" indent="-200000" algn="l">
              <a:buChar char="•"/>
              <a:defRPr sz="2800">
                <a:solidFill>
                  <a:srgbClr val="241635"/>
                </a:solidFill>
                <a:latin typeface="Arial"/>
              </a:defRPr>
            </a:lvl1pPr>
            <a:lvl2pPr marL="460000" indent="-200000" algn="l">
              <a:buChar char="•"/>
              <a:defRPr sz="2400">
                <a:solidFill>
                  <a:srgbClr val="241635"/>
                </a:solidFill>
                <a:latin typeface="Arial"/>
              </a:defRPr>
            </a:lvl2pPr>
            <a:lvl3pPr marL="720000" indent="-200000" algn="l">
              <a:buChar char="•"/>
              <a:defRPr sz="2000">
                <a:solidFill>
                  <a:srgbClr val="241635"/>
                </a:solidFill>
                <a:latin typeface="Arial"/>
              </a:defRPr>
            </a:lvl3pPr>
            <a:lvl4pPr marL="98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4pPr>
            <a:lvl5pPr marL="1240000" indent="-200000" algn="l">
              <a:buChar char="•"/>
              <a:defRPr sz="1800">
                <a:solidFill>
                  <a:srgbClr val="241635"/>
                </a:solidFill>
                <a:latin typeface="Arial"/>
              </a:defRPr>
            </a:lvl5pPr>
          </a:lstStyle>
          <a:p>
            <a:endParaRPr/>
          </a:p>
        </p:txBody>
      </p:sp>
      <p:sp>
        <p:nvSpPr>
          <p:cNvPr id="102" name="Segnaposto numero diapositiva 5">
            <a:extLst>
              <a:ext uri="{FF2B5EF4-FFF2-40B4-BE49-F238E27FC236}">
                <a16:creationId xmlns:a16="http://schemas.microsoft.com/office/drawing/2014/main" id="{B0879122-EA06-7526-0FF9-7281FD66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4250" y="6410325"/>
            <a:ext cx="533400" cy="247650"/>
          </a:xfrm>
        </p:spPr>
        <p:txBody>
          <a:bodyPr anchor="t"/>
          <a:lstStyle>
            <a:lvl1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lvl1pPr>
          </a:lstStyle>
          <a:p>
            <a:pPr>
              <a:defRPr sz="1200"/>
            </a:pPr>
            <a:fld id="{00000000-0000-4000-8000-000000000006}" type="slidenum">
              <a:rPr sz="1200"/>
              <a:t>6</a:t>
            </a:fld>
            <a:endParaRPr sz="1200"/>
          </a:p>
        </p:txBody>
      </p:sp>
      <p:sp>
        <p:nvSpPr>
          <p:cNvPr id="103" name="Segnaposto piè di pagina 4">
            <a:extLst>
              <a:ext uri="{FF2B5EF4-FFF2-40B4-BE49-F238E27FC236}">
                <a16:creationId xmlns:a16="http://schemas.microsoft.com/office/drawing/2014/main" id="{AA542518-C579-70D8-53A2-23C012C90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28875" y="6400800"/>
            <a:ext cx="8239125" cy="2857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900" b="0" i="1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512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oter Placeholder 2">
            <a:extLst>
              <a:ext uri="{FF2B5EF4-FFF2-40B4-BE49-F238E27FC236}">
                <a16:creationId xmlns:a16="http://schemas.microsoft.com/office/drawing/2014/main" id="{5CF053A2-FD81-4DE9-3ABB-0BD8BCF9B7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95300" y="6200775"/>
            <a:ext cx="9715500" cy="3333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900" b="0" i="1">
                <a:solidFill>
                  <a:srgbClr val="655D70"/>
                </a:solidFill>
                <a:latin typeface="Arial"/>
              </a:defRPr>
            </a:lvl1pPr>
          </a:lstStyle>
          <a:p>
            <a:endParaRPr/>
          </a:p>
        </p:txBody>
      </p:sp>
      <p:sp>
        <p:nvSpPr>
          <p:cNvPr id="101" name="Segnaposto numero diapositiva 8">
            <a:extLst>
              <a:ext uri="{FF2B5EF4-FFF2-40B4-BE49-F238E27FC236}">
                <a16:creationId xmlns:a16="http://schemas.microsoft.com/office/drawing/2014/main" id="{179F1E30-BDAC-1679-EC9F-6859451B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4250" y="6210300"/>
            <a:ext cx="533400" cy="228600"/>
          </a:xfrm>
        </p:spPr>
        <p:txBody>
          <a:bodyPr anchor="t"/>
          <a:lstStyle>
            <a:lvl1pPr marL="0" indent="0" algn="l">
              <a:buNone/>
              <a:defRPr sz="1200" b="0" i="0">
                <a:solidFill>
                  <a:srgbClr val="655D70"/>
                </a:solidFill>
                <a:latin typeface="Arial"/>
              </a:defRPr>
            </a:lvl1pPr>
          </a:lstStyle>
          <a:p>
            <a:pPr>
              <a:defRPr sz="1200"/>
            </a:pPr>
            <a:fld id="{00000000-0000-4000-8000-000000000007}" type="slidenum">
              <a:rPr sz="1200"/>
              <a:t>7</a:t>
            </a:fld>
            <a:endParaRPr sz="1200"/>
          </a:p>
        </p:txBody>
      </p:sp>
      <p:sp>
        <p:nvSpPr>
          <p:cNvPr id="102" name="Text Placeholder 16">
            <a:extLst>
              <a:ext uri="{FF2B5EF4-FFF2-40B4-BE49-F238E27FC236}">
                <a16:creationId xmlns:a16="http://schemas.microsoft.com/office/drawing/2014/main" id="{D93DC2EB-D411-BA11-B1D5-FF0F97D466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143125"/>
            <a:ext cx="7620000" cy="1524000"/>
          </a:xfrm>
        </p:spPr>
        <p:txBody>
          <a:bodyPr anchor="t"/>
          <a:lstStyle>
            <a:lvl1pPr marL="0" indent="0" algn="l">
              <a:buNone/>
              <a:defRPr sz="2800" b="1" i="0">
                <a:solidFill>
                  <a:srgbClr val="35065B"/>
                </a:solidFill>
                <a:latin typeface="Arial"/>
              </a:defRPr>
            </a:lvl1pPr>
          </a:lstStyle>
          <a:p>
            <a:endParaRPr/>
          </a:p>
        </p:txBody>
      </p:sp>
      <p:sp>
        <p:nvSpPr>
          <p:cNvPr id="190" name="Footer Placeholder 2">
            <a:extLst>
              <a:ext uri="{FF2B5EF4-FFF2-40B4-BE49-F238E27FC236}">
                <a16:creationId xmlns:a16="http://schemas.microsoft.com/office/drawing/2014/main" id="{5CF053A2-FD81-4DE9-3ABB-0BD8BCF9B7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7700" y="4333875"/>
            <a:ext cx="6953250" cy="11430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 b="0" i="0">
                <a:solidFill>
                  <a:srgbClr val="655D70"/>
                </a:solidFill>
                <a:latin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98280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131</Words>
  <Application>Microsoft Macintosh PowerPoint</Application>
  <DocSecurity>0</DocSecurity>
  <PresentationFormat>宽屏</PresentationFormat>
  <Paragraphs>11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9" baseType="lpstr">
      <vt:lpstr>Arial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Miao Wang</cp:lastModifiedBy>
  <cp:revision>4</cp:revision>
  <dcterms:created xsi:type="dcterms:W3CDTF">2026-10-09T10:53:35Z</dcterms:created>
  <dcterms:modified xsi:type="dcterms:W3CDTF">2026-10-09T22:12:44Z</dcterms:modified>
</cp:coreProperties>
</file>